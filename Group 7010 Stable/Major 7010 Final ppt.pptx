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299" r:id="rId5"/>
    <p:sldId id="329" r:id="rId6"/>
    <p:sldId id="320" r:id="rId7"/>
    <p:sldId id="321" r:id="rId8"/>
    <p:sldId id="330" r:id="rId9"/>
    <p:sldId id="318" r:id="rId10"/>
    <p:sldId id="333" r:id="rId11"/>
    <p:sldId id="334" r:id="rId12"/>
    <p:sldId id="337" r:id="rId13"/>
    <p:sldId id="335" r:id="rId14"/>
    <p:sldId id="338" r:id="rId15"/>
    <p:sldId id="331" r:id="rId16"/>
    <p:sldId id="339" r:id="rId17"/>
    <p:sldId id="340" r:id="rId18"/>
    <p:sldId id="341" r:id="rId19"/>
    <p:sldId id="346" r:id="rId20"/>
    <p:sldId id="342" r:id="rId21"/>
    <p:sldId id="343" r:id="rId22"/>
    <p:sldId id="344" r:id="rId23"/>
    <p:sldId id="345" r:id="rId24"/>
    <p:sldId id="305" r:id="rId25"/>
    <p:sldId id="32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0C9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6B500B-536E-484F-9350-C2C7A3084C96}" v="1188" dt="2024-04-02T15:21:25.956"/>
    <p1510:client id="{F272564C-6DFF-4B86-8BC1-5303CF40DCFA}" v="9" dt="2024-04-02T14:36:08.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5" d="100"/>
          <a:sy n="65" d="100"/>
        </p:scale>
        <p:origin x="702" y="159"/>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138B46-9D4E-476C-BA29-2177BC1C3571}" type="doc">
      <dgm:prSet loTypeId="urn:microsoft.com/office/officeart/2005/8/layout/hProcess4" loCatId="process" qsTypeId="urn:microsoft.com/office/officeart/2005/8/quickstyle/simple1" qsCatId="simple" csTypeId="urn:microsoft.com/office/officeart/2005/8/colors/colorful2" csCatId="colorful" phldr="1"/>
      <dgm:spPr/>
      <dgm:t>
        <a:bodyPr/>
        <a:lstStyle/>
        <a:p>
          <a:endParaRPr lang="en-GB"/>
        </a:p>
      </dgm:t>
    </dgm:pt>
    <dgm:pt modelId="{159EDAA0-7D43-4A27-916F-825D1D7EACAE}">
      <dgm:prSet phldrT="[Text]" phldr="0"/>
      <dgm:spPr/>
      <dgm:t>
        <a:bodyPr/>
        <a:lstStyle/>
        <a:p>
          <a:r>
            <a:rPr lang="en-GB">
              <a:latin typeface="Posterama"/>
            </a:rPr>
            <a:t>INPUT</a:t>
          </a:r>
          <a:endParaRPr lang="en-GB"/>
        </a:p>
      </dgm:t>
    </dgm:pt>
    <dgm:pt modelId="{2116E5A2-078D-4FD7-9FDD-B90D2C2445BF}" type="parTrans" cxnId="{54766FE8-8D62-4D1D-90FB-8098271125F8}">
      <dgm:prSet/>
      <dgm:spPr/>
      <dgm:t>
        <a:bodyPr/>
        <a:lstStyle/>
        <a:p>
          <a:endParaRPr lang="en-GB"/>
        </a:p>
      </dgm:t>
    </dgm:pt>
    <dgm:pt modelId="{948505B3-E802-4710-B72A-62E7DB731819}" type="sibTrans" cxnId="{54766FE8-8D62-4D1D-90FB-8098271125F8}">
      <dgm:prSet/>
      <dgm:spPr/>
      <dgm:t>
        <a:bodyPr/>
        <a:lstStyle/>
        <a:p>
          <a:endParaRPr lang="en-GB"/>
        </a:p>
      </dgm:t>
    </dgm:pt>
    <dgm:pt modelId="{21A99F66-B50A-4488-8E07-7B928E459C19}">
      <dgm:prSet phldrT="[Text]" phldr="0"/>
      <dgm:spPr/>
      <dgm:t>
        <a:bodyPr/>
        <a:lstStyle/>
        <a:p>
          <a:pPr rtl="0"/>
          <a:r>
            <a:rPr lang="en-GB">
              <a:latin typeface="Posterama"/>
            </a:rPr>
            <a:t>LIVE FEED</a:t>
          </a:r>
          <a:endParaRPr lang="en-GB"/>
        </a:p>
      </dgm:t>
    </dgm:pt>
    <dgm:pt modelId="{FCEFD4B5-278C-4957-9636-6277EA2CD8F4}" type="parTrans" cxnId="{65E6D6F2-171B-43AA-AE54-47667713934D}">
      <dgm:prSet/>
      <dgm:spPr/>
      <dgm:t>
        <a:bodyPr/>
        <a:lstStyle/>
        <a:p>
          <a:endParaRPr lang="en-GB"/>
        </a:p>
      </dgm:t>
    </dgm:pt>
    <dgm:pt modelId="{9EAC7E95-F55B-4ACE-BACF-54EEC77FBAD3}" type="sibTrans" cxnId="{65E6D6F2-171B-43AA-AE54-47667713934D}">
      <dgm:prSet/>
      <dgm:spPr/>
      <dgm:t>
        <a:bodyPr/>
        <a:lstStyle/>
        <a:p>
          <a:endParaRPr lang="en-GB"/>
        </a:p>
      </dgm:t>
    </dgm:pt>
    <dgm:pt modelId="{74DEB334-6D6B-4F5F-8C7D-A7A49DAF9906}">
      <dgm:prSet phldrT="[Text]" phldr="0"/>
      <dgm:spPr/>
      <dgm:t>
        <a:bodyPr/>
        <a:lstStyle/>
        <a:p>
          <a:r>
            <a:rPr lang="en-GB">
              <a:latin typeface="Posterama"/>
            </a:rPr>
            <a:t>PRE-PROCESSING</a:t>
          </a:r>
          <a:endParaRPr lang="en-GB"/>
        </a:p>
      </dgm:t>
    </dgm:pt>
    <dgm:pt modelId="{0C978299-21AF-4FC0-96B0-A790F0099EC9}" type="parTrans" cxnId="{56229115-7E8A-440C-BF0D-7AE930693D06}">
      <dgm:prSet/>
      <dgm:spPr/>
      <dgm:t>
        <a:bodyPr/>
        <a:lstStyle/>
        <a:p>
          <a:endParaRPr lang="en-GB"/>
        </a:p>
      </dgm:t>
    </dgm:pt>
    <dgm:pt modelId="{46182C75-FE17-4055-A58A-D5DC3E7981A3}" type="sibTrans" cxnId="{56229115-7E8A-440C-BF0D-7AE930693D06}">
      <dgm:prSet/>
      <dgm:spPr/>
      <dgm:t>
        <a:bodyPr/>
        <a:lstStyle/>
        <a:p>
          <a:endParaRPr lang="en-GB"/>
        </a:p>
      </dgm:t>
    </dgm:pt>
    <dgm:pt modelId="{055D514B-7015-486B-91DD-C6B64D8047CF}">
      <dgm:prSet phldrT="[Text]" phldr="0"/>
      <dgm:spPr/>
      <dgm:t>
        <a:bodyPr/>
        <a:lstStyle/>
        <a:p>
          <a:pPr rtl="0"/>
          <a:r>
            <a:rPr lang="en-GB">
              <a:latin typeface="Posterama"/>
            </a:rPr>
            <a:t>FACIAL FEATURE EXTRACTION</a:t>
          </a:r>
          <a:endParaRPr lang="en-GB"/>
        </a:p>
      </dgm:t>
    </dgm:pt>
    <dgm:pt modelId="{1E8C35F8-21D9-4B03-9C1F-0F4084804349}" type="parTrans" cxnId="{357A38F4-0468-4B07-A4D5-7AC903581161}">
      <dgm:prSet/>
      <dgm:spPr/>
      <dgm:t>
        <a:bodyPr/>
        <a:lstStyle/>
        <a:p>
          <a:endParaRPr lang="en-GB"/>
        </a:p>
      </dgm:t>
    </dgm:pt>
    <dgm:pt modelId="{D7624954-A054-40D8-A28C-FCCBF43396C3}" type="sibTrans" cxnId="{357A38F4-0468-4B07-A4D5-7AC903581161}">
      <dgm:prSet/>
      <dgm:spPr/>
      <dgm:t>
        <a:bodyPr/>
        <a:lstStyle/>
        <a:p>
          <a:endParaRPr lang="en-GB"/>
        </a:p>
      </dgm:t>
    </dgm:pt>
    <dgm:pt modelId="{B72AFE66-A19C-4F43-AB8F-44723E0716BC}">
      <dgm:prSet phldrT="[Text]" phldr="0"/>
      <dgm:spPr/>
      <dgm:t>
        <a:bodyPr/>
        <a:lstStyle/>
        <a:p>
          <a:pPr rtl="0"/>
          <a:r>
            <a:rPr lang="en-GB">
              <a:latin typeface="Posterama"/>
            </a:rPr>
            <a:t>NEURAL NETWORK</a:t>
          </a:r>
          <a:endParaRPr lang="en-GB"/>
        </a:p>
      </dgm:t>
    </dgm:pt>
    <dgm:pt modelId="{EF5C0B1D-4F85-4BF7-A650-988901825C9D}" type="parTrans" cxnId="{41C91DCC-38E6-43F9-A6B7-37D02EE32321}">
      <dgm:prSet/>
      <dgm:spPr/>
      <dgm:t>
        <a:bodyPr/>
        <a:lstStyle/>
        <a:p>
          <a:endParaRPr lang="en-GB"/>
        </a:p>
      </dgm:t>
    </dgm:pt>
    <dgm:pt modelId="{06033F7F-A634-4784-B9A1-D77EBB9C6986}" type="sibTrans" cxnId="{41C91DCC-38E6-43F9-A6B7-37D02EE32321}">
      <dgm:prSet/>
      <dgm:spPr/>
      <dgm:t>
        <a:bodyPr/>
        <a:lstStyle/>
        <a:p>
          <a:endParaRPr lang="en-GB"/>
        </a:p>
      </dgm:t>
    </dgm:pt>
    <dgm:pt modelId="{88B4E652-4AA7-4ADE-8B12-C55B68E20A35}">
      <dgm:prSet phldrT="[Text]" phldr="0"/>
      <dgm:spPr/>
      <dgm:t>
        <a:bodyPr/>
        <a:lstStyle/>
        <a:p>
          <a:pPr rtl="0"/>
          <a:r>
            <a:rPr lang="en-GB">
              <a:latin typeface="Posterama"/>
            </a:rPr>
            <a:t>TRAIN AND TEST</a:t>
          </a:r>
          <a:endParaRPr lang="en-GB"/>
        </a:p>
      </dgm:t>
    </dgm:pt>
    <dgm:pt modelId="{BBEB2E14-1E24-4C7D-A3FF-335CD8F9420A}" type="parTrans" cxnId="{7F298006-D0AE-457E-9B57-80B5357F7D95}">
      <dgm:prSet/>
      <dgm:spPr/>
      <dgm:t>
        <a:bodyPr/>
        <a:lstStyle/>
        <a:p>
          <a:endParaRPr lang="en-GB"/>
        </a:p>
      </dgm:t>
    </dgm:pt>
    <dgm:pt modelId="{03AED60E-CDC2-47DB-895B-808C67EEC06C}" type="sibTrans" cxnId="{7F298006-D0AE-457E-9B57-80B5357F7D95}">
      <dgm:prSet/>
      <dgm:spPr/>
      <dgm:t>
        <a:bodyPr/>
        <a:lstStyle/>
        <a:p>
          <a:endParaRPr lang="en-GB"/>
        </a:p>
      </dgm:t>
    </dgm:pt>
    <dgm:pt modelId="{424FE5F9-59DE-4BD4-9E2F-3455864C5E0B}">
      <dgm:prSet phldrT="[Text]" phldr="0"/>
      <dgm:spPr/>
      <dgm:t>
        <a:bodyPr/>
        <a:lstStyle/>
        <a:p>
          <a:r>
            <a:rPr lang="en-GB">
              <a:latin typeface="Posterama"/>
            </a:rPr>
            <a:t>CNN</a:t>
          </a:r>
          <a:endParaRPr lang="en-GB"/>
        </a:p>
      </dgm:t>
    </dgm:pt>
    <dgm:pt modelId="{BC9A0061-56B1-4DC5-A8BD-7D33D699285C}" type="parTrans" cxnId="{B6EA5956-6937-408B-A515-56533055B1CB}">
      <dgm:prSet/>
      <dgm:spPr/>
      <dgm:t>
        <a:bodyPr/>
        <a:lstStyle/>
        <a:p>
          <a:endParaRPr lang="en-GB"/>
        </a:p>
      </dgm:t>
    </dgm:pt>
    <dgm:pt modelId="{E0511898-551C-4436-873C-AECA7BF0EA4B}" type="sibTrans" cxnId="{B6EA5956-6937-408B-A515-56533055B1CB}">
      <dgm:prSet/>
      <dgm:spPr/>
      <dgm:t>
        <a:bodyPr/>
        <a:lstStyle/>
        <a:p>
          <a:endParaRPr lang="en-GB"/>
        </a:p>
      </dgm:t>
    </dgm:pt>
    <dgm:pt modelId="{F926AF5D-BD26-4E85-B1E8-1B7555FD9F5C}">
      <dgm:prSet phldrT="[Text]" phldr="0"/>
      <dgm:spPr/>
      <dgm:t>
        <a:bodyPr/>
        <a:lstStyle/>
        <a:p>
          <a:r>
            <a:rPr lang="en-GB">
              <a:latin typeface="Posterama"/>
            </a:rPr>
            <a:t>IMAGE</a:t>
          </a:r>
          <a:endParaRPr lang="en-GB"/>
        </a:p>
      </dgm:t>
    </dgm:pt>
    <dgm:pt modelId="{10AE3AA8-B4FB-48A8-A0E1-5F8181455E32}" type="parTrans" cxnId="{6AF5F088-3B5F-4AFA-80D5-6B50E5675C24}">
      <dgm:prSet/>
      <dgm:spPr/>
      <dgm:t>
        <a:bodyPr/>
        <a:lstStyle/>
        <a:p>
          <a:endParaRPr lang="en-GB"/>
        </a:p>
      </dgm:t>
    </dgm:pt>
    <dgm:pt modelId="{5C2B8996-7730-495D-8D01-3896142411B1}" type="sibTrans" cxnId="{6AF5F088-3B5F-4AFA-80D5-6B50E5675C24}">
      <dgm:prSet/>
      <dgm:spPr/>
      <dgm:t>
        <a:bodyPr/>
        <a:lstStyle/>
        <a:p>
          <a:endParaRPr lang="en-GB"/>
        </a:p>
      </dgm:t>
    </dgm:pt>
    <dgm:pt modelId="{AB55B42D-9CE8-4843-94DD-175EDBC29A4F}">
      <dgm:prSet phldr="0"/>
      <dgm:spPr/>
      <dgm:t>
        <a:bodyPr/>
        <a:lstStyle/>
        <a:p>
          <a:r>
            <a:rPr lang="en-GB">
              <a:latin typeface="Posterama"/>
            </a:rPr>
            <a:t>DETECTION</a:t>
          </a:r>
        </a:p>
      </dgm:t>
    </dgm:pt>
    <dgm:pt modelId="{52C784BA-CBCE-4BE3-B7B6-F4D0F9B5D6EF}" type="parTrans" cxnId="{64901CBB-D2EF-476A-8052-9DCD6D470C6B}">
      <dgm:prSet/>
      <dgm:spPr/>
      <dgm:t>
        <a:bodyPr/>
        <a:lstStyle/>
        <a:p>
          <a:endParaRPr lang="en-IN"/>
        </a:p>
      </dgm:t>
    </dgm:pt>
    <dgm:pt modelId="{DAC3776C-E6A7-4659-BF1F-A7ED30D2A49B}" type="sibTrans" cxnId="{64901CBB-D2EF-476A-8052-9DCD6D470C6B}">
      <dgm:prSet/>
      <dgm:spPr/>
      <dgm:t>
        <a:bodyPr/>
        <a:lstStyle/>
        <a:p>
          <a:endParaRPr lang="en-IN"/>
        </a:p>
      </dgm:t>
    </dgm:pt>
    <dgm:pt modelId="{CDAF732E-781F-4D37-BE3A-7EA0C6E75498}">
      <dgm:prSet phldr="0"/>
      <dgm:spPr/>
      <dgm:t>
        <a:bodyPr/>
        <a:lstStyle/>
        <a:p>
          <a:r>
            <a:rPr lang="en-GB">
              <a:latin typeface="Posterama"/>
            </a:rPr>
            <a:t>EMOTION</a:t>
          </a:r>
        </a:p>
      </dgm:t>
    </dgm:pt>
    <dgm:pt modelId="{D5056A3B-BEE5-4222-BB9A-8B47983D1540}" type="parTrans" cxnId="{0B49807F-C961-4E94-AAFD-6740CDA54E92}">
      <dgm:prSet/>
      <dgm:spPr/>
      <dgm:t>
        <a:bodyPr/>
        <a:lstStyle/>
        <a:p>
          <a:endParaRPr lang="en-IN"/>
        </a:p>
      </dgm:t>
    </dgm:pt>
    <dgm:pt modelId="{648B84EF-C38D-4A35-8280-E2FBA794F7FD}" type="sibTrans" cxnId="{0B49807F-C961-4E94-AAFD-6740CDA54E92}">
      <dgm:prSet/>
      <dgm:spPr/>
      <dgm:t>
        <a:bodyPr/>
        <a:lstStyle/>
        <a:p>
          <a:endParaRPr lang="en-IN"/>
        </a:p>
      </dgm:t>
    </dgm:pt>
    <dgm:pt modelId="{DE05D47C-17BD-401D-AFEC-5774579DD39B}">
      <dgm:prSet phldr="0"/>
      <dgm:spPr/>
      <dgm:t>
        <a:bodyPr/>
        <a:lstStyle/>
        <a:p>
          <a:r>
            <a:rPr lang="en-GB">
              <a:latin typeface="Posterama"/>
            </a:rPr>
            <a:t>AGE</a:t>
          </a:r>
        </a:p>
      </dgm:t>
    </dgm:pt>
    <dgm:pt modelId="{89210DCD-6387-4B06-B107-CC33AD82A5EA}" type="parTrans" cxnId="{EF5A6E81-052F-45A8-B431-787AFE03C6B6}">
      <dgm:prSet/>
      <dgm:spPr/>
      <dgm:t>
        <a:bodyPr/>
        <a:lstStyle/>
        <a:p>
          <a:endParaRPr lang="en-IN"/>
        </a:p>
      </dgm:t>
    </dgm:pt>
    <dgm:pt modelId="{8FE3D8CF-AAEE-4E28-8FAB-66624B3FFF20}" type="sibTrans" cxnId="{EF5A6E81-052F-45A8-B431-787AFE03C6B6}">
      <dgm:prSet/>
      <dgm:spPr/>
      <dgm:t>
        <a:bodyPr/>
        <a:lstStyle/>
        <a:p>
          <a:endParaRPr lang="en-IN"/>
        </a:p>
      </dgm:t>
    </dgm:pt>
    <dgm:pt modelId="{1D664503-2CC2-4E2B-BB14-FD8C33C895D4}">
      <dgm:prSet phldr="0"/>
      <dgm:spPr/>
      <dgm:t>
        <a:bodyPr/>
        <a:lstStyle/>
        <a:p>
          <a:r>
            <a:rPr lang="en-GB">
              <a:latin typeface="Posterama"/>
            </a:rPr>
            <a:t>GENDER</a:t>
          </a:r>
        </a:p>
      </dgm:t>
    </dgm:pt>
    <dgm:pt modelId="{714CCBBB-6F18-41F2-979E-2365B61134CC}" type="parTrans" cxnId="{BBBE229F-B47D-49A5-A437-3C8AA5B88F38}">
      <dgm:prSet/>
      <dgm:spPr/>
      <dgm:t>
        <a:bodyPr/>
        <a:lstStyle/>
        <a:p>
          <a:endParaRPr lang="en-IN"/>
        </a:p>
      </dgm:t>
    </dgm:pt>
    <dgm:pt modelId="{E518C711-3265-44C0-8B23-15BD135835C2}" type="sibTrans" cxnId="{BBBE229F-B47D-49A5-A437-3C8AA5B88F38}">
      <dgm:prSet/>
      <dgm:spPr/>
      <dgm:t>
        <a:bodyPr/>
        <a:lstStyle/>
        <a:p>
          <a:endParaRPr lang="en-IN"/>
        </a:p>
      </dgm:t>
    </dgm:pt>
    <dgm:pt modelId="{B0E758DB-ABBE-4900-B717-1BC6E6F780B6}">
      <dgm:prSet phldr="0"/>
      <dgm:spPr/>
      <dgm:t>
        <a:bodyPr/>
        <a:lstStyle/>
        <a:p>
          <a:pPr rtl="0"/>
          <a:r>
            <a:rPr lang="en-GB">
              <a:latin typeface="Posterama"/>
            </a:rPr>
            <a:t>STORING &amp; ANALYSIS</a:t>
          </a:r>
        </a:p>
      </dgm:t>
    </dgm:pt>
    <dgm:pt modelId="{ADEBB915-6C83-4726-A5C0-65EC44527EF2}" type="parTrans" cxnId="{F846ED77-A40A-4F2A-91F0-09B724389FB2}">
      <dgm:prSet/>
      <dgm:spPr/>
      <dgm:t>
        <a:bodyPr/>
        <a:lstStyle/>
        <a:p>
          <a:endParaRPr lang="en-IN"/>
        </a:p>
      </dgm:t>
    </dgm:pt>
    <dgm:pt modelId="{18D30848-0BD7-4A5C-A9AC-82AB126C7CA6}" type="sibTrans" cxnId="{F846ED77-A40A-4F2A-91F0-09B724389FB2}">
      <dgm:prSet/>
      <dgm:spPr/>
      <dgm:t>
        <a:bodyPr/>
        <a:lstStyle/>
        <a:p>
          <a:endParaRPr lang="en-IN"/>
        </a:p>
      </dgm:t>
    </dgm:pt>
    <dgm:pt modelId="{8A5ECEE4-26A2-4587-A064-AAF317D59B2D}">
      <dgm:prSet phldr="0"/>
      <dgm:spPr/>
      <dgm:t>
        <a:bodyPr/>
        <a:lstStyle/>
        <a:p>
          <a:r>
            <a:rPr lang="en-GB">
              <a:latin typeface="Posterama"/>
            </a:rPr>
            <a:t>DATABASE</a:t>
          </a:r>
        </a:p>
      </dgm:t>
    </dgm:pt>
    <dgm:pt modelId="{F3980DD0-D133-4C73-9733-0EA733417986}" type="parTrans" cxnId="{AA963F30-B841-4F4B-B687-84892C7218D4}">
      <dgm:prSet/>
      <dgm:spPr/>
      <dgm:t>
        <a:bodyPr/>
        <a:lstStyle/>
        <a:p>
          <a:endParaRPr lang="en-IN"/>
        </a:p>
      </dgm:t>
    </dgm:pt>
    <dgm:pt modelId="{8920393B-06C6-40B4-98A2-102987B43A8F}" type="sibTrans" cxnId="{AA963F30-B841-4F4B-B687-84892C7218D4}">
      <dgm:prSet/>
      <dgm:spPr/>
      <dgm:t>
        <a:bodyPr/>
        <a:lstStyle/>
        <a:p>
          <a:endParaRPr lang="en-IN"/>
        </a:p>
      </dgm:t>
    </dgm:pt>
    <dgm:pt modelId="{F581152E-9F05-4F1C-A699-D7FE34895206}">
      <dgm:prSet phldr="0"/>
      <dgm:spPr/>
      <dgm:t>
        <a:bodyPr/>
        <a:lstStyle/>
        <a:p>
          <a:pPr rtl="0"/>
          <a:r>
            <a:rPr lang="en-GB">
              <a:latin typeface="Posterama"/>
            </a:rPr>
            <a:t>TIME-TO-TIME FEED</a:t>
          </a:r>
        </a:p>
      </dgm:t>
    </dgm:pt>
    <dgm:pt modelId="{5410A7D0-60C9-4525-9CDA-FA9A1AD399D8}" type="parTrans" cxnId="{51BC348C-FAE9-4D11-B2A1-1641F2FFAC5E}">
      <dgm:prSet/>
      <dgm:spPr/>
      <dgm:t>
        <a:bodyPr/>
        <a:lstStyle/>
        <a:p>
          <a:endParaRPr lang="en-IN"/>
        </a:p>
      </dgm:t>
    </dgm:pt>
    <dgm:pt modelId="{8CBA9B0A-DC65-4C90-AA8F-AD4B4BFB729D}" type="sibTrans" cxnId="{51BC348C-FAE9-4D11-B2A1-1641F2FFAC5E}">
      <dgm:prSet/>
      <dgm:spPr/>
      <dgm:t>
        <a:bodyPr/>
        <a:lstStyle/>
        <a:p>
          <a:endParaRPr lang="en-IN"/>
        </a:p>
      </dgm:t>
    </dgm:pt>
    <dgm:pt modelId="{0DD5AF32-89E2-4ACA-918D-099B27B529AB}">
      <dgm:prSet phldr="0"/>
      <dgm:spPr/>
      <dgm:t>
        <a:bodyPr/>
        <a:lstStyle/>
        <a:p>
          <a:r>
            <a:rPr lang="en-GB">
              <a:latin typeface="Posterama"/>
            </a:rPr>
            <a:t>RESULT</a:t>
          </a:r>
        </a:p>
      </dgm:t>
    </dgm:pt>
    <dgm:pt modelId="{033C31C8-72F8-46FD-90D5-BC1C0F863129}" type="parTrans" cxnId="{6567A808-F9DC-4344-9DFB-6FD86352CA75}">
      <dgm:prSet/>
      <dgm:spPr/>
      <dgm:t>
        <a:bodyPr/>
        <a:lstStyle/>
        <a:p>
          <a:endParaRPr lang="en-IN"/>
        </a:p>
      </dgm:t>
    </dgm:pt>
    <dgm:pt modelId="{58AA0B48-47E9-42CA-B773-87EBE6E2F993}" type="sibTrans" cxnId="{6567A808-F9DC-4344-9DFB-6FD86352CA75}">
      <dgm:prSet/>
      <dgm:spPr/>
      <dgm:t>
        <a:bodyPr/>
        <a:lstStyle/>
        <a:p>
          <a:endParaRPr lang="en-IN"/>
        </a:p>
      </dgm:t>
    </dgm:pt>
    <dgm:pt modelId="{A32D091A-A440-464B-938E-69470A98F51F}">
      <dgm:prSet phldr="0"/>
      <dgm:spPr/>
      <dgm:t>
        <a:bodyPr/>
        <a:lstStyle/>
        <a:p>
          <a:pPr rtl="0"/>
          <a:r>
            <a:rPr lang="en-GB">
              <a:latin typeface="Posterama"/>
            </a:rPr>
            <a:t>DISPLAY LIVE FEED WITH REQUIREMENTS</a:t>
          </a:r>
        </a:p>
      </dgm:t>
    </dgm:pt>
    <dgm:pt modelId="{A30F16DB-444D-4046-A884-4A9F34FB4BF9}" type="parTrans" cxnId="{1172D35F-66BB-4B55-95F0-A120BFF94DF6}">
      <dgm:prSet/>
      <dgm:spPr/>
      <dgm:t>
        <a:bodyPr/>
        <a:lstStyle/>
        <a:p>
          <a:endParaRPr lang="en-IN"/>
        </a:p>
      </dgm:t>
    </dgm:pt>
    <dgm:pt modelId="{DF00FA77-986C-4E87-8931-765672EA2EAE}" type="sibTrans" cxnId="{1172D35F-66BB-4B55-95F0-A120BFF94DF6}">
      <dgm:prSet/>
      <dgm:spPr/>
      <dgm:t>
        <a:bodyPr/>
        <a:lstStyle/>
        <a:p>
          <a:endParaRPr lang="en-IN"/>
        </a:p>
      </dgm:t>
    </dgm:pt>
    <dgm:pt modelId="{02EEE512-0673-435E-A646-33F22D9E15EB}" type="pres">
      <dgm:prSet presAssocID="{06138B46-9D4E-476C-BA29-2177BC1C3571}" presName="Name0" presStyleCnt="0">
        <dgm:presLayoutVars>
          <dgm:dir/>
          <dgm:animLvl val="lvl"/>
          <dgm:resizeHandles val="exact"/>
        </dgm:presLayoutVars>
      </dgm:prSet>
      <dgm:spPr/>
    </dgm:pt>
    <dgm:pt modelId="{46ABD9A3-E61B-49FE-B02A-35916D8E7D39}" type="pres">
      <dgm:prSet presAssocID="{06138B46-9D4E-476C-BA29-2177BC1C3571}" presName="tSp" presStyleCnt="0"/>
      <dgm:spPr/>
    </dgm:pt>
    <dgm:pt modelId="{CED33A40-2E8B-4BA5-9DC7-88AA84E60E69}" type="pres">
      <dgm:prSet presAssocID="{06138B46-9D4E-476C-BA29-2177BC1C3571}" presName="bSp" presStyleCnt="0"/>
      <dgm:spPr/>
    </dgm:pt>
    <dgm:pt modelId="{99E66032-304D-4E74-BBAD-AEE4DF64B094}" type="pres">
      <dgm:prSet presAssocID="{06138B46-9D4E-476C-BA29-2177BC1C3571}" presName="process" presStyleCnt="0"/>
      <dgm:spPr/>
    </dgm:pt>
    <dgm:pt modelId="{893EC7DA-61AE-4585-8929-6CE27F1D815C}" type="pres">
      <dgm:prSet presAssocID="{F926AF5D-BD26-4E85-B1E8-1B7555FD9F5C}" presName="composite1" presStyleCnt="0"/>
      <dgm:spPr/>
    </dgm:pt>
    <dgm:pt modelId="{FD41A87B-3E6C-4D27-B9C0-19E98F82DB0B}" type="pres">
      <dgm:prSet presAssocID="{F926AF5D-BD26-4E85-B1E8-1B7555FD9F5C}" presName="dummyNode1" presStyleLbl="node1" presStyleIdx="0" presStyleCnt="6"/>
      <dgm:spPr/>
    </dgm:pt>
    <dgm:pt modelId="{C4F54EBC-7DEA-497B-BF7F-3C02A0B0E628}" type="pres">
      <dgm:prSet presAssocID="{F926AF5D-BD26-4E85-B1E8-1B7555FD9F5C}" presName="childNode1" presStyleLbl="bgAcc1" presStyleIdx="0" presStyleCnt="6">
        <dgm:presLayoutVars>
          <dgm:bulletEnabled val="1"/>
        </dgm:presLayoutVars>
      </dgm:prSet>
      <dgm:spPr/>
    </dgm:pt>
    <dgm:pt modelId="{CFB59162-D5E7-48AA-AB18-EBC8CD2ABD44}" type="pres">
      <dgm:prSet presAssocID="{F926AF5D-BD26-4E85-B1E8-1B7555FD9F5C}" presName="childNode1tx" presStyleLbl="bgAcc1" presStyleIdx="0" presStyleCnt="6">
        <dgm:presLayoutVars>
          <dgm:bulletEnabled val="1"/>
        </dgm:presLayoutVars>
      </dgm:prSet>
      <dgm:spPr/>
    </dgm:pt>
    <dgm:pt modelId="{07537B41-F88C-40C5-8337-35824F4FF462}" type="pres">
      <dgm:prSet presAssocID="{F926AF5D-BD26-4E85-B1E8-1B7555FD9F5C}" presName="parentNode1" presStyleLbl="node1" presStyleIdx="0" presStyleCnt="6">
        <dgm:presLayoutVars>
          <dgm:chMax val="1"/>
          <dgm:bulletEnabled val="1"/>
        </dgm:presLayoutVars>
      </dgm:prSet>
      <dgm:spPr/>
    </dgm:pt>
    <dgm:pt modelId="{003664B3-D809-4D30-9BF8-682675046ED8}" type="pres">
      <dgm:prSet presAssocID="{F926AF5D-BD26-4E85-B1E8-1B7555FD9F5C}" presName="connSite1" presStyleCnt="0"/>
      <dgm:spPr/>
    </dgm:pt>
    <dgm:pt modelId="{3AB6B01B-4E38-40CA-B515-D6C61B4141EB}" type="pres">
      <dgm:prSet presAssocID="{5C2B8996-7730-495D-8D01-3896142411B1}" presName="Name9" presStyleLbl="sibTrans2D1" presStyleIdx="0" presStyleCnt="5"/>
      <dgm:spPr/>
    </dgm:pt>
    <dgm:pt modelId="{11A1FFCC-161A-4193-BFA9-1818BAD56D2C}" type="pres">
      <dgm:prSet presAssocID="{74DEB334-6D6B-4F5F-8C7D-A7A49DAF9906}" presName="composite2" presStyleCnt="0"/>
      <dgm:spPr/>
    </dgm:pt>
    <dgm:pt modelId="{929064E7-EF5E-4471-84B0-CD52EE9D8261}" type="pres">
      <dgm:prSet presAssocID="{74DEB334-6D6B-4F5F-8C7D-A7A49DAF9906}" presName="dummyNode2" presStyleLbl="node1" presStyleIdx="0" presStyleCnt="6"/>
      <dgm:spPr/>
    </dgm:pt>
    <dgm:pt modelId="{E5153DF2-A365-42F2-86C8-65BF2A0E0B27}" type="pres">
      <dgm:prSet presAssocID="{74DEB334-6D6B-4F5F-8C7D-A7A49DAF9906}" presName="childNode2" presStyleLbl="bgAcc1" presStyleIdx="1" presStyleCnt="6">
        <dgm:presLayoutVars>
          <dgm:bulletEnabled val="1"/>
        </dgm:presLayoutVars>
      </dgm:prSet>
      <dgm:spPr/>
    </dgm:pt>
    <dgm:pt modelId="{74805063-B84B-4240-BF66-09467CAC6B84}" type="pres">
      <dgm:prSet presAssocID="{74DEB334-6D6B-4F5F-8C7D-A7A49DAF9906}" presName="childNode2tx" presStyleLbl="bgAcc1" presStyleIdx="1" presStyleCnt="6">
        <dgm:presLayoutVars>
          <dgm:bulletEnabled val="1"/>
        </dgm:presLayoutVars>
      </dgm:prSet>
      <dgm:spPr/>
    </dgm:pt>
    <dgm:pt modelId="{615FA717-CBC4-436F-BED6-DC2FB309DCD7}" type="pres">
      <dgm:prSet presAssocID="{74DEB334-6D6B-4F5F-8C7D-A7A49DAF9906}" presName="parentNode2" presStyleLbl="node1" presStyleIdx="1" presStyleCnt="6">
        <dgm:presLayoutVars>
          <dgm:chMax val="0"/>
          <dgm:bulletEnabled val="1"/>
        </dgm:presLayoutVars>
      </dgm:prSet>
      <dgm:spPr/>
    </dgm:pt>
    <dgm:pt modelId="{71B89836-5360-4C93-BD09-764B0EBCDC18}" type="pres">
      <dgm:prSet presAssocID="{74DEB334-6D6B-4F5F-8C7D-A7A49DAF9906}" presName="connSite2" presStyleCnt="0"/>
      <dgm:spPr/>
    </dgm:pt>
    <dgm:pt modelId="{C9247324-E081-4596-BCEC-49E94AA80236}" type="pres">
      <dgm:prSet presAssocID="{46182C75-FE17-4055-A58A-D5DC3E7981A3}" presName="Name18" presStyleLbl="sibTrans2D1" presStyleIdx="1" presStyleCnt="5"/>
      <dgm:spPr/>
    </dgm:pt>
    <dgm:pt modelId="{FC6B178A-184C-4FD8-8229-493CDDF59132}" type="pres">
      <dgm:prSet presAssocID="{B72AFE66-A19C-4F43-AB8F-44723E0716BC}" presName="composite1" presStyleCnt="0"/>
      <dgm:spPr/>
    </dgm:pt>
    <dgm:pt modelId="{7FD98257-9941-4929-847F-CDB1FF58DDCC}" type="pres">
      <dgm:prSet presAssocID="{B72AFE66-A19C-4F43-AB8F-44723E0716BC}" presName="dummyNode1" presStyleLbl="node1" presStyleIdx="1" presStyleCnt="6"/>
      <dgm:spPr/>
    </dgm:pt>
    <dgm:pt modelId="{890068C9-4A4D-4F46-A983-B70021A0EED9}" type="pres">
      <dgm:prSet presAssocID="{B72AFE66-A19C-4F43-AB8F-44723E0716BC}" presName="childNode1" presStyleLbl="bgAcc1" presStyleIdx="2" presStyleCnt="6">
        <dgm:presLayoutVars>
          <dgm:bulletEnabled val="1"/>
        </dgm:presLayoutVars>
      </dgm:prSet>
      <dgm:spPr/>
    </dgm:pt>
    <dgm:pt modelId="{4F31633F-E307-46AE-993A-6FD8FF8302FD}" type="pres">
      <dgm:prSet presAssocID="{B72AFE66-A19C-4F43-AB8F-44723E0716BC}" presName="childNode1tx" presStyleLbl="bgAcc1" presStyleIdx="2" presStyleCnt="6">
        <dgm:presLayoutVars>
          <dgm:bulletEnabled val="1"/>
        </dgm:presLayoutVars>
      </dgm:prSet>
      <dgm:spPr/>
    </dgm:pt>
    <dgm:pt modelId="{72B1DB42-E4DB-4511-A966-278537009DF8}" type="pres">
      <dgm:prSet presAssocID="{B72AFE66-A19C-4F43-AB8F-44723E0716BC}" presName="parentNode1" presStyleLbl="node1" presStyleIdx="2" presStyleCnt="6">
        <dgm:presLayoutVars>
          <dgm:chMax val="1"/>
          <dgm:bulletEnabled val="1"/>
        </dgm:presLayoutVars>
      </dgm:prSet>
      <dgm:spPr/>
    </dgm:pt>
    <dgm:pt modelId="{C36D07EE-B24E-4F83-BF0D-ADD34507391B}" type="pres">
      <dgm:prSet presAssocID="{B72AFE66-A19C-4F43-AB8F-44723E0716BC}" presName="connSite1" presStyleCnt="0"/>
      <dgm:spPr/>
    </dgm:pt>
    <dgm:pt modelId="{77C678D9-E354-4C4A-9B47-C3126B5435D7}" type="pres">
      <dgm:prSet presAssocID="{06033F7F-A634-4784-B9A1-D77EBB9C6986}" presName="Name9" presStyleLbl="sibTrans2D1" presStyleIdx="2" presStyleCnt="5"/>
      <dgm:spPr/>
    </dgm:pt>
    <dgm:pt modelId="{D3F2A839-6CD9-4194-96FF-4F44B8B911A8}" type="pres">
      <dgm:prSet presAssocID="{AB55B42D-9CE8-4843-94DD-175EDBC29A4F}" presName="composite2" presStyleCnt="0"/>
      <dgm:spPr/>
    </dgm:pt>
    <dgm:pt modelId="{B7BCF4FE-D3E8-45D6-AA96-8341A8EA8741}" type="pres">
      <dgm:prSet presAssocID="{AB55B42D-9CE8-4843-94DD-175EDBC29A4F}" presName="dummyNode2" presStyleLbl="node1" presStyleIdx="2" presStyleCnt="6"/>
      <dgm:spPr/>
    </dgm:pt>
    <dgm:pt modelId="{FB12BDC2-CB53-4488-AD7F-0B7DFF3E10D0}" type="pres">
      <dgm:prSet presAssocID="{AB55B42D-9CE8-4843-94DD-175EDBC29A4F}" presName="childNode2" presStyleLbl="bgAcc1" presStyleIdx="3" presStyleCnt="6">
        <dgm:presLayoutVars>
          <dgm:bulletEnabled val="1"/>
        </dgm:presLayoutVars>
      </dgm:prSet>
      <dgm:spPr/>
    </dgm:pt>
    <dgm:pt modelId="{5ECEAD0A-DE93-4A31-9C59-4EE03051C983}" type="pres">
      <dgm:prSet presAssocID="{AB55B42D-9CE8-4843-94DD-175EDBC29A4F}" presName="childNode2tx" presStyleLbl="bgAcc1" presStyleIdx="3" presStyleCnt="6">
        <dgm:presLayoutVars>
          <dgm:bulletEnabled val="1"/>
        </dgm:presLayoutVars>
      </dgm:prSet>
      <dgm:spPr/>
    </dgm:pt>
    <dgm:pt modelId="{C1A2CB41-9245-4A56-99FE-2B2BDFD466FC}" type="pres">
      <dgm:prSet presAssocID="{AB55B42D-9CE8-4843-94DD-175EDBC29A4F}" presName="parentNode2" presStyleLbl="node1" presStyleIdx="3" presStyleCnt="6">
        <dgm:presLayoutVars>
          <dgm:chMax val="0"/>
          <dgm:bulletEnabled val="1"/>
        </dgm:presLayoutVars>
      </dgm:prSet>
      <dgm:spPr/>
    </dgm:pt>
    <dgm:pt modelId="{E38592BE-8F2A-41F3-96E3-50E5443562CF}" type="pres">
      <dgm:prSet presAssocID="{AB55B42D-9CE8-4843-94DD-175EDBC29A4F}" presName="connSite2" presStyleCnt="0"/>
      <dgm:spPr/>
    </dgm:pt>
    <dgm:pt modelId="{6471980B-631C-44EB-80E4-53C80A6B7C82}" type="pres">
      <dgm:prSet presAssocID="{DAC3776C-E6A7-4659-BF1F-A7ED30D2A49B}" presName="Name18" presStyleLbl="sibTrans2D1" presStyleIdx="3" presStyleCnt="5"/>
      <dgm:spPr/>
    </dgm:pt>
    <dgm:pt modelId="{E3988896-8977-488E-B851-20F094E5BA37}" type="pres">
      <dgm:prSet presAssocID="{B0E758DB-ABBE-4900-B717-1BC6E6F780B6}" presName="composite1" presStyleCnt="0"/>
      <dgm:spPr/>
    </dgm:pt>
    <dgm:pt modelId="{BF397F46-356B-45B1-A215-29644853DEA4}" type="pres">
      <dgm:prSet presAssocID="{B0E758DB-ABBE-4900-B717-1BC6E6F780B6}" presName="dummyNode1" presStyleLbl="node1" presStyleIdx="3" presStyleCnt="6"/>
      <dgm:spPr/>
    </dgm:pt>
    <dgm:pt modelId="{223A5ED3-22A7-489E-967B-13329732A59D}" type="pres">
      <dgm:prSet presAssocID="{B0E758DB-ABBE-4900-B717-1BC6E6F780B6}" presName="childNode1" presStyleLbl="bgAcc1" presStyleIdx="4" presStyleCnt="6">
        <dgm:presLayoutVars>
          <dgm:bulletEnabled val="1"/>
        </dgm:presLayoutVars>
      </dgm:prSet>
      <dgm:spPr/>
    </dgm:pt>
    <dgm:pt modelId="{AA789EC6-0DCA-4FD6-9F84-222B7EE66CF6}" type="pres">
      <dgm:prSet presAssocID="{B0E758DB-ABBE-4900-B717-1BC6E6F780B6}" presName="childNode1tx" presStyleLbl="bgAcc1" presStyleIdx="4" presStyleCnt="6">
        <dgm:presLayoutVars>
          <dgm:bulletEnabled val="1"/>
        </dgm:presLayoutVars>
      </dgm:prSet>
      <dgm:spPr/>
    </dgm:pt>
    <dgm:pt modelId="{191F9586-D311-4047-B160-BF81C1F00CEC}" type="pres">
      <dgm:prSet presAssocID="{B0E758DB-ABBE-4900-B717-1BC6E6F780B6}" presName="parentNode1" presStyleLbl="node1" presStyleIdx="4" presStyleCnt="6">
        <dgm:presLayoutVars>
          <dgm:chMax val="1"/>
          <dgm:bulletEnabled val="1"/>
        </dgm:presLayoutVars>
      </dgm:prSet>
      <dgm:spPr/>
    </dgm:pt>
    <dgm:pt modelId="{56925127-6926-4CBF-86BE-C4BB7A453DCE}" type="pres">
      <dgm:prSet presAssocID="{B0E758DB-ABBE-4900-B717-1BC6E6F780B6}" presName="connSite1" presStyleCnt="0"/>
      <dgm:spPr/>
    </dgm:pt>
    <dgm:pt modelId="{653ED5C4-BDDA-4651-98E2-CC6982423434}" type="pres">
      <dgm:prSet presAssocID="{18D30848-0BD7-4A5C-A9AC-82AB126C7CA6}" presName="Name9" presStyleLbl="sibTrans2D1" presStyleIdx="4" presStyleCnt="5"/>
      <dgm:spPr/>
    </dgm:pt>
    <dgm:pt modelId="{F5863A4E-24D8-402E-B42B-A6FEB88C598C}" type="pres">
      <dgm:prSet presAssocID="{0DD5AF32-89E2-4ACA-918D-099B27B529AB}" presName="composite2" presStyleCnt="0"/>
      <dgm:spPr/>
    </dgm:pt>
    <dgm:pt modelId="{02469B52-B239-49FE-9E06-F9F3DF135923}" type="pres">
      <dgm:prSet presAssocID="{0DD5AF32-89E2-4ACA-918D-099B27B529AB}" presName="dummyNode2" presStyleLbl="node1" presStyleIdx="4" presStyleCnt="6"/>
      <dgm:spPr/>
    </dgm:pt>
    <dgm:pt modelId="{89180BB4-41E4-4AA4-AA8A-11A203B5C89C}" type="pres">
      <dgm:prSet presAssocID="{0DD5AF32-89E2-4ACA-918D-099B27B529AB}" presName="childNode2" presStyleLbl="bgAcc1" presStyleIdx="5" presStyleCnt="6">
        <dgm:presLayoutVars>
          <dgm:bulletEnabled val="1"/>
        </dgm:presLayoutVars>
      </dgm:prSet>
      <dgm:spPr/>
    </dgm:pt>
    <dgm:pt modelId="{C6CA3636-AB5D-44AA-A7D4-86FDEF92750D}" type="pres">
      <dgm:prSet presAssocID="{0DD5AF32-89E2-4ACA-918D-099B27B529AB}" presName="childNode2tx" presStyleLbl="bgAcc1" presStyleIdx="5" presStyleCnt="6">
        <dgm:presLayoutVars>
          <dgm:bulletEnabled val="1"/>
        </dgm:presLayoutVars>
      </dgm:prSet>
      <dgm:spPr/>
    </dgm:pt>
    <dgm:pt modelId="{CE12FD8F-A813-47F9-B501-BE490AFF8F2E}" type="pres">
      <dgm:prSet presAssocID="{0DD5AF32-89E2-4ACA-918D-099B27B529AB}" presName="parentNode2" presStyleLbl="node1" presStyleIdx="5" presStyleCnt="6">
        <dgm:presLayoutVars>
          <dgm:chMax val="0"/>
          <dgm:bulletEnabled val="1"/>
        </dgm:presLayoutVars>
      </dgm:prSet>
      <dgm:spPr/>
    </dgm:pt>
    <dgm:pt modelId="{9B353E24-B050-4B8F-92EB-1FDCA8BD8732}" type="pres">
      <dgm:prSet presAssocID="{0DD5AF32-89E2-4ACA-918D-099B27B529AB}" presName="connSite2" presStyleCnt="0"/>
      <dgm:spPr/>
    </dgm:pt>
  </dgm:ptLst>
  <dgm:cxnLst>
    <dgm:cxn modelId="{7F298006-D0AE-457E-9B57-80B5357F7D95}" srcId="{B72AFE66-A19C-4F43-AB8F-44723E0716BC}" destId="{88B4E652-4AA7-4ADE-8B12-C55B68E20A35}" srcOrd="0" destOrd="0" parTransId="{BBEB2E14-1E24-4C7D-A3FF-335CD8F9420A}" sibTransId="{03AED60E-CDC2-47DB-895B-808C67EEC06C}"/>
    <dgm:cxn modelId="{6567A808-F9DC-4344-9DFB-6FD86352CA75}" srcId="{06138B46-9D4E-476C-BA29-2177BC1C3571}" destId="{0DD5AF32-89E2-4ACA-918D-099B27B529AB}" srcOrd="5" destOrd="0" parTransId="{033C31C8-72F8-46FD-90D5-BC1C0F863129}" sibTransId="{58AA0B48-47E9-42CA-B773-87EBE6E2F993}"/>
    <dgm:cxn modelId="{56229115-7E8A-440C-BF0D-7AE930693D06}" srcId="{06138B46-9D4E-476C-BA29-2177BC1C3571}" destId="{74DEB334-6D6B-4F5F-8C7D-A7A49DAF9906}" srcOrd="1" destOrd="0" parTransId="{0C978299-21AF-4FC0-96B0-A790F0099EC9}" sibTransId="{46182C75-FE17-4055-A58A-D5DC3E7981A3}"/>
    <dgm:cxn modelId="{8A139116-D7A6-4B74-A16B-EFA502FA1956}" type="presOf" srcId="{424FE5F9-59DE-4BD4-9E2F-3455864C5E0B}" destId="{4F31633F-E307-46AE-993A-6FD8FF8302FD}" srcOrd="1" destOrd="1" presId="urn:microsoft.com/office/officeart/2005/8/layout/hProcess4"/>
    <dgm:cxn modelId="{1B86D71C-1667-4EBA-B497-F3871931EEB7}" type="presOf" srcId="{F581152E-9F05-4F1C-A699-D7FE34895206}" destId="{AA789EC6-0DCA-4FD6-9F84-222B7EE66CF6}" srcOrd="1" destOrd="1" presId="urn:microsoft.com/office/officeart/2005/8/layout/hProcess4"/>
    <dgm:cxn modelId="{01B6CE1F-64CD-4591-91C2-DA3E163F9D1C}" type="presOf" srcId="{A32D091A-A440-464B-938E-69470A98F51F}" destId="{C6CA3636-AB5D-44AA-A7D4-86FDEF92750D}" srcOrd="1" destOrd="0" presId="urn:microsoft.com/office/officeart/2005/8/layout/hProcess4"/>
    <dgm:cxn modelId="{549A8023-B55D-4F3B-B9EF-91733DF2A34F}" type="presOf" srcId="{21A99F66-B50A-4488-8E07-7B928E459C19}" destId="{C4F54EBC-7DEA-497B-BF7F-3C02A0B0E628}" srcOrd="0" destOrd="1" presId="urn:microsoft.com/office/officeart/2005/8/layout/hProcess4"/>
    <dgm:cxn modelId="{5D8BA625-2661-4033-8207-43DFCD92030B}" type="presOf" srcId="{055D514B-7015-486B-91DD-C6B64D8047CF}" destId="{E5153DF2-A365-42F2-86C8-65BF2A0E0B27}" srcOrd="0" destOrd="0" presId="urn:microsoft.com/office/officeart/2005/8/layout/hProcess4"/>
    <dgm:cxn modelId="{6568C325-2E8F-4FC0-A6EE-5FC7625E0695}" type="presOf" srcId="{88B4E652-4AA7-4ADE-8B12-C55B68E20A35}" destId="{890068C9-4A4D-4F46-A983-B70021A0EED9}" srcOrd="0" destOrd="0" presId="urn:microsoft.com/office/officeart/2005/8/layout/hProcess4"/>
    <dgm:cxn modelId="{1B5C002B-C66F-410A-A902-56167241D3C1}" type="presOf" srcId="{DAC3776C-E6A7-4659-BF1F-A7ED30D2A49B}" destId="{6471980B-631C-44EB-80E4-53C80A6B7C82}" srcOrd="0" destOrd="0" presId="urn:microsoft.com/office/officeart/2005/8/layout/hProcess4"/>
    <dgm:cxn modelId="{482A982F-A39A-48C7-B9BC-90329C0B27C8}" type="presOf" srcId="{424FE5F9-59DE-4BD4-9E2F-3455864C5E0B}" destId="{890068C9-4A4D-4F46-A983-B70021A0EED9}" srcOrd="0" destOrd="1" presId="urn:microsoft.com/office/officeart/2005/8/layout/hProcess4"/>
    <dgm:cxn modelId="{AA963F30-B841-4F4B-B687-84892C7218D4}" srcId="{B0E758DB-ABBE-4900-B717-1BC6E6F780B6}" destId="{8A5ECEE4-26A2-4587-A064-AAF317D59B2D}" srcOrd="0" destOrd="0" parTransId="{F3980DD0-D133-4C73-9733-0EA733417986}" sibTransId="{8920393B-06C6-40B4-98A2-102987B43A8F}"/>
    <dgm:cxn modelId="{67898B34-5B04-4CC0-A5E3-11C294C65050}" type="presOf" srcId="{8A5ECEE4-26A2-4587-A064-AAF317D59B2D}" destId="{223A5ED3-22A7-489E-967B-13329732A59D}" srcOrd="0" destOrd="0" presId="urn:microsoft.com/office/officeart/2005/8/layout/hProcess4"/>
    <dgm:cxn modelId="{69659334-E49D-493E-AF33-C91D9A6E0E92}" type="presOf" srcId="{74DEB334-6D6B-4F5F-8C7D-A7A49DAF9906}" destId="{615FA717-CBC4-436F-BED6-DC2FB309DCD7}" srcOrd="0" destOrd="0" presId="urn:microsoft.com/office/officeart/2005/8/layout/hProcess4"/>
    <dgm:cxn modelId="{7020F65E-BF7F-406F-BEC2-FE33208E7AAB}" type="presOf" srcId="{F581152E-9F05-4F1C-A699-D7FE34895206}" destId="{223A5ED3-22A7-489E-967B-13329732A59D}" srcOrd="0" destOrd="1" presId="urn:microsoft.com/office/officeart/2005/8/layout/hProcess4"/>
    <dgm:cxn modelId="{1172D35F-66BB-4B55-95F0-A120BFF94DF6}" srcId="{0DD5AF32-89E2-4ACA-918D-099B27B529AB}" destId="{A32D091A-A440-464B-938E-69470A98F51F}" srcOrd="0" destOrd="0" parTransId="{A30F16DB-444D-4046-A884-4A9F34FB4BF9}" sibTransId="{DF00FA77-986C-4E87-8931-765672EA2EAE}"/>
    <dgm:cxn modelId="{2CACAD4D-130B-4F81-AA3D-AAC5F1728E2E}" type="presOf" srcId="{CDAF732E-781F-4D37-BE3A-7EA0C6E75498}" destId="{5ECEAD0A-DE93-4A31-9C59-4EE03051C983}" srcOrd="1" destOrd="0" presId="urn:microsoft.com/office/officeart/2005/8/layout/hProcess4"/>
    <dgm:cxn modelId="{A0F1246E-6E1D-49D3-AFA7-6C6785BEF02D}" type="presOf" srcId="{CDAF732E-781F-4D37-BE3A-7EA0C6E75498}" destId="{FB12BDC2-CB53-4488-AD7F-0B7DFF3E10D0}" srcOrd="0" destOrd="0" presId="urn:microsoft.com/office/officeart/2005/8/layout/hProcess4"/>
    <dgm:cxn modelId="{EA141D72-DD69-4138-8B44-8BE5A77B6796}" type="presOf" srcId="{46182C75-FE17-4055-A58A-D5DC3E7981A3}" destId="{C9247324-E081-4596-BCEC-49E94AA80236}" srcOrd="0" destOrd="0" presId="urn:microsoft.com/office/officeart/2005/8/layout/hProcess4"/>
    <dgm:cxn modelId="{B6EA5956-6937-408B-A515-56533055B1CB}" srcId="{B72AFE66-A19C-4F43-AB8F-44723E0716BC}" destId="{424FE5F9-59DE-4BD4-9E2F-3455864C5E0B}" srcOrd="1" destOrd="0" parTransId="{BC9A0061-56B1-4DC5-A8BD-7D33D699285C}" sibTransId="{E0511898-551C-4436-873C-AECA7BF0EA4B}"/>
    <dgm:cxn modelId="{5D9A4257-9CE5-4457-AC68-8C5003C537D6}" type="presOf" srcId="{18D30848-0BD7-4A5C-A9AC-82AB126C7CA6}" destId="{653ED5C4-BDDA-4651-98E2-CC6982423434}" srcOrd="0" destOrd="0" presId="urn:microsoft.com/office/officeart/2005/8/layout/hProcess4"/>
    <dgm:cxn modelId="{F846ED77-A40A-4F2A-91F0-09B724389FB2}" srcId="{06138B46-9D4E-476C-BA29-2177BC1C3571}" destId="{B0E758DB-ABBE-4900-B717-1BC6E6F780B6}" srcOrd="4" destOrd="0" parTransId="{ADEBB915-6C83-4726-A5C0-65EC44527EF2}" sibTransId="{18D30848-0BD7-4A5C-A9AC-82AB126C7CA6}"/>
    <dgm:cxn modelId="{CC0B1E78-3FD6-406C-9AC7-6CB6A504A2B7}" type="presOf" srcId="{1D664503-2CC2-4E2B-BB14-FD8C33C895D4}" destId="{5ECEAD0A-DE93-4A31-9C59-4EE03051C983}" srcOrd="1" destOrd="2" presId="urn:microsoft.com/office/officeart/2005/8/layout/hProcess4"/>
    <dgm:cxn modelId="{E18FCD7A-244E-4CD4-BC42-6672D413C3B7}" type="presOf" srcId="{21A99F66-B50A-4488-8E07-7B928E459C19}" destId="{CFB59162-D5E7-48AA-AB18-EBC8CD2ABD44}" srcOrd="1" destOrd="1" presId="urn:microsoft.com/office/officeart/2005/8/layout/hProcess4"/>
    <dgm:cxn modelId="{0B49807F-C961-4E94-AAFD-6740CDA54E92}" srcId="{AB55B42D-9CE8-4843-94DD-175EDBC29A4F}" destId="{CDAF732E-781F-4D37-BE3A-7EA0C6E75498}" srcOrd="0" destOrd="0" parTransId="{D5056A3B-BEE5-4222-BB9A-8B47983D1540}" sibTransId="{648B84EF-C38D-4A35-8280-E2FBA794F7FD}"/>
    <dgm:cxn modelId="{9B2DC87F-7969-47A1-B0D2-93E19A56D26A}" type="presOf" srcId="{DE05D47C-17BD-401D-AFEC-5774579DD39B}" destId="{FB12BDC2-CB53-4488-AD7F-0B7DFF3E10D0}" srcOrd="0" destOrd="1" presId="urn:microsoft.com/office/officeart/2005/8/layout/hProcess4"/>
    <dgm:cxn modelId="{EF5A6E81-052F-45A8-B431-787AFE03C6B6}" srcId="{AB55B42D-9CE8-4843-94DD-175EDBC29A4F}" destId="{DE05D47C-17BD-401D-AFEC-5774579DD39B}" srcOrd="1" destOrd="0" parTransId="{89210DCD-6387-4B06-B107-CC33AD82A5EA}" sibTransId="{8FE3D8CF-AAEE-4E28-8FAB-66624B3FFF20}"/>
    <dgm:cxn modelId="{2E49C982-F546-4E86-8AEF-2C21C3FF7086}" type="presOf" srcId="{06138B46-9D4E-476C-BA29-2177BC1C3571}" destId="{02EEE512-0673-435E-A646-33F22D9E15EB}" srcOrd="0" destOrd="0" presId="urn:microsoft.com/office/officeart/2005/8/layout/hProcess4"/>
    <dgm:cxn modelId="{6AF5F088-3B5F-4AFA-80D5-6B50E5675C24}" srcId="{06138B46-9D4E-476C-BA29-2177BC1C3571}" destId="{F926AF5D-BD26-4E85-B1E8-1B7555FD9F5C}" srcOrd="0" destOrd="0" parTransId="{10AE3AA8-B4FB-48A8-A0E1-5F8181455E32}" sibTransId="{5C2B8996-7730-495D-8D01-3896142411B1}"/>
    <dgm:cxn modelId="{3F4A468B-2FAE-4F90-A6AB-243AFD275626}" type="presOf" srcId="{06033F7F-A634-4784-B9A1-D77EBB9C6986}" destId="{77C678D9-E354-4C4A-9B47-C3126B5435D7}" srcOrd="0" destOrd="0" presId="urn:microsoft.com/office/officeart/2005/8/layout/hProcess4"/>
    <dgm:cxn modelId="{51BC348C-FAE9-4D11-B2A1-1641F2FFAC5E}" srcId="{B0E758DB-ABBE-4900-B717-1BC6E6F780B6}" destId="{F581152E-9F05-4F1C-A699-D7FE34895206}" srcOrd="1" destOrd="0" parTransId="{5410A7D0-60C9-4525-9CDA-FA9A1AD399D8}" sibTransId="{8CBA9B0A-DC65-4C90-AA8F-AD4B4BFB729D}"/>
    <dgm:cxn modelId="{D5CF8C93-C8E3-4BDC-A620-C87B5AE83512}" type="presOf" srcId="{B72AFE66-A19C-4F43-AB8F-44723E0716BC}" destId="{72B1DB42-E4DB-4511-A966-278537009DF8}" srcOrd="0" destOrd="0" presId="urn:microsoft.com/office/officeart/2005/8/layout/hProcess4"/>
    <dgm:cxn modelId="{3B93C298-1ECC-4CB2-9409-F5C3E326FB9E}" type="presOf" srcId="{159EDAA0-7D43-4A27-916F-825D1D7EACAE}" destId="{C4F54EBC-7DEA-497B-BF7F-3C02A0B0E628}" srcOrd="0" destOrd="0" presId="urn:microsoft.com/office/officeart/2005/8/layout/hProcess4"/>
    <dgm:cxn modelId="{4B5F4099-9408-41DA-8627-D5676D1383EA}" type="presOf" srcId="{B0E758DB-ABBE-4900-B717-1BC6E6F780B6}" destId="{191F9586-D311-4047-B160-BF81C1F00CEC}" srcOrd="0" destOrd="0" presId="urn:microsoft.com/office/officeart/2005/8/layout/hProcess4"/>
    <dgm:cxn modelId="{CAE57F9B-A6F5-44BE-876C-ECEA20ADD620}" type="presOf" srcId="{0DD5AF32-89E2-4ACA-918D-099B27B529AB}" destId="{CE12FD8F-A813-47F9-B501-BE490AFF8F2E}" srcOrd="0" destOrd="0" presId="urn:microsoft.com/office/officeart/2005/8/layout/hProcess4"/>
    <dgm:cxn modelId="{F4BFAB9B-ACB0-4A7D-9DA7-8A8EACC294B8}" type="presOf" srcId="{A32D091A-A440-464B-938E-69470A98F51F}" destId="{89180BB4-41E4-4AA4-AA8A-11A203B5C89C}" srcOrd="0" destOrd="0" presId="urn:microsoft.com/office/officeart/2005/8/layout/hProcess4"/>
    <dgm:cxn modelId="{718B459C-D28F-44D9-8E3E-8A6C997A1AE4}" type="presOf" srcId="{F926AF5D-BD26-4E85-B1E8-1B7555FD9F5C}" destId="{07537B41-F88C-40C5-8337-35824F4FF462}" srcOrd="0" destOrd="0" presId="urn:microsoft.com/office/officeart/2005/8/layout/hProcess4"/>
    <dgm:cxn modelId="{BBBE229F-B47D-49A5-A437-3C8AA5B88F38}" srcId="{AB55B42D-9CE8-4843-94DD-175EDBC29A4F}" destId="{1D664503-2CC2-4E2B-BB14-FD8C33C895D4}" srcOrd="2" destOrd="0" parTransId="{714CCBBB-6F18-41F2-979E-2365B61134CC}" sibTransId="{E518C711-3265-44C0-8B23-15BD135835C2}"/>
    <dgm:cxn modelId="{ECF6D7AE-1011-457E-A051-263027101541}" type="presOf" srcId="{5C2B8996-7730-495D-8D01-3896142411B1}" destId="{3AB6B01B-4E38-40CA-B515-D6C61B4141EB}" srcOrd="0" destOrd="0" presId="urn:microsoft.com/office/officeart/2005/8/layout/hProcess4"/>
    <dgm:cxn modelId="{1D249DB2-965B-4749-95AB-1F46D71768FD}" type="presOf" srcId="{055D514B-7015-486B-91DD-C6B64D8047CF}" destId="{74805063-B84B-4240-BF66-09467CAC6B84}" srcOrd="1" destOrd="0" presId="urn:microsoft.com/office/officeart/2005/8/layout/hProcess4"/>
    <dgm:cxn modelId="{122C83B7-F2DA-4D05-85CD-4222735E92D2}" type="presOf" srcId="{AB55B42D-9CE8-4843-94DD-175EDBC29A4F}" destId="{C1A2CB41-9245-4A56-99FE-2B2BDFD466FC}" srcOrd="0" destOrd="0" presId="urn:microsoft.com/office/officeart/2005/8/layout/hProcess4"/>
    <dgm:cxn modelId="{64901CBB-D2EF-476A-8052-9DCD6D470C6B}" srcId="{06138B46-9D4E-476C-BA29-2177BC1C3571}" destId="{AB55B42D-9CE8-4843-94DD-175EDBC29A4F}" srcOrd="3" destOrd="0" parTransId="{52C784BA-CBCE-4BE3-B7B6-F4D0F9B5D6EF}" sibTransId="{DAC3776C-E6A7-4659-BF1F-A7ED30D2A49B}"/>
    <dgm:cxn modelId="{2396E4BE-9C89-48B3-BDB3-D6E61E883FB1}" type="presOf" srcId="{88B4E652-4AA7-4ADE-8B12-C55B68E20A35}" destId="{4F31633F-E307-46AE-993A-6FD8FF8302FD}" srcOrd="1" destOrd="0" presId="urn:microsoft.com/office/officeart/2005/8/layout/hProcess4"/>
    <dgm:cxn modelId="{7CADF6C4-5877-46B4-8D85-3DEB2A382D56}" type="presOf" srcId="{DE05D47C-17BD-401D-AFEC-5774579DD39B}" destId="{5ECEAD0A-DE93-4A31-9C59-4EE03051C983}" srcOrd="1" destOrd="1" presId="urn:microsoft.com/office/officeart/2005/8/layout/hProcess4"/>
    <dgm:cxn modelId="{97271CCA-C67C-4A6D-B658-E4888F51B396}" type="presOf" srcId="{159EDAA0-7D43-4A27-916F-825D1D7EACAE}" destId="{CFB59162-D5E7-48AA-AB18-EBC8CD2ABD44}" srcOrd="1" destOrd="0" presId="urn:microsoft.com/office/officeart/2005/8/layout/hProcess4"/>
    <dgm:cxn modelId="{41C91DCC-38E6-43F9-A6B7-37D02EE32321}" srcId="{06138B46-9D4E-476C-BA29-2177BC1C3571}" destId="{B72AFE66-A19C-4F43-AB8F-44723E0716BC}" srcOrd="2" destOrd="0" parTransId="{EF5C0B1D-4F85-4BF7-A650-988901825C9D}" sibTransId="{06033F7F-A634-4784-B9A1-D77EBB9C6986}"/>
    <dgm:cxn modelId="{54766FE8-8D62-4D1D-90FB-8098271125F8}" srcId="{F926AF5D-BD26-4E85-B1E8-1B7555FD9F5C}" destId="{159EDAA0-7D43-4A27-916F-825D1D7EACAE}" srcOrd="0" destOrd="0" parTransId="{2116E5A2-078D-4FD7-9FDD-B90D2C2445BF}" sibTransId="{948505B3-E802-4710-B72A-62E7DB731819}"/>
    <dgm:cxn modelId="{FD0415EF-4B71-4A49-8D7B-1D9E31C09281}" type="presOf" srcId="{8A5ECEE4-26A2-4587-A064-AAF317D59B2D}" destId="{AA789EC6-0DCA-4FD6-9F84-222B7EE66CF6}" srcOrd="1" destOrd="0" presId="urn:microsoft.com/office/officeart/2005/8/layout/hProcess4"/>
    <dgm:cxn modelId="{65E6D6F2-171B-43AA-AE54-47667713934D}" srcId="{F926AF5D-BD26-4E85-B1E8-1B7555FD9F5C}" destId="{21A99F66-B50A-4488-8E07-7B928E459C19}" srcOrd="1" destOrd="0" parTransId="{FCEFD4B5-278C-4957-9636-6277EA2CD8F4}" sibTransId="{9EAC7E95-F55B-4ACE-BACF-54EEC77FBAD3}"/>
    <dgm:cxn modelId="{357A38F4-0468-4B07-A4D5-7AC903581161}" srcId="{74DEB334-6D6B-4F5F-8C7D-A7A49DAF9906}" destId="{055D514B-7015-486B-91DD-C6B64D8047CF}" srcOrd="0" destOrd="0" parTransId="{1E8C35F8-21D9-4B03-9C1F-0F4084804349}" sibTransId="{D7624954-A054-40D8-A28C-FCCBF43396C3}"/>
    <dgm:cxn modelId="{86D118F5-1B9B-4103-BAEC-7615FDCBAAEB}" type="presOf" srcId="{1D664503-2CC2-4E2B-BB14-FD8C33C895D4}" destId="{FB12BDC2-CB53-4488-AD7F-0B7DFF3E10D0}" srcOrd="0" destOrd="2" presId="urn:microsoft.com/office/officeart/2005/8/layout/hProcess4"/>
    <dgm:cxn modelId="{96E80F68-F043-4FF7-8D18-F6C035361DA6}" type="presParOf" srcId="{02EEE512-0673-435E-A646-33F22D9E15EB}" destId="{46ABD9A3-E61B-49FE-B02A-35916D8E7D39}" srcOrd="0" destOrd="0" presId="urn:microsoft.com/office/officeart/2005/8/layout/hProcess4"/>
    <dgm:cxn modelId="{2FC62445-0121-4705-96AB-4CF94A0F62E6}" type="presParOf" srcId="{02EEE512-0673-435E-A646-33F22D9E15EB}" destId="{CED33A40-2E8B-4BA5-9DC7-88AA84E60E69}" srcOrd="1" destOrd="0" presId="urn:microsoft.com/office/officeart/2005/8/layout/hProcess4"/>
    <dgm:cxn modelId="{E68BA410-CEE9-48ED-8BB3-C4BC1F375FDD}" type="presParOf" srcId="{02EEE512-0673-435E-A646-33F22D9E15EB}" destId="{99E66032-304D-4E74-BBAD-AEE4DF64B094}" srcOrd="2" destOrd="0" presId="urn:microsoft.com/office/officeart/2005/8/layout/hProcess4"/>
    <dgm:cxn modelId="{5682BBFF-6EA7-4344-BDD8-6BB6667AB1AD}" type="presParOf" srcId="{99E66032-304D-4E74-BBAD-AEE4DF64B094}" destId="{893EC7DA-61AE-4585-8929-6CE27F1D815C}" srcOrd="0" destOrd="0" presId="urn:microsoft.com/office/officeart/2005/8/layout/hProcess4"/>
    <dgm:cxn modelId="{9B9F9F2F-F33A-4979-9B08-FCAAA5B419E1}" type="presParOf" srcId="{893EC7DA-61AE-4585-8929-6CE27F1D815C}" destId="{FD41A87B-3E6C-4D27-B9C0-19E98F82DB0B}" srcOrd="0" destOrd="0" presId="urn:microsoft.com/office/officeart/2005/8/layout/hProcess4"/>
    <dgm:cxn modelId="{E5F6FBFB-6DE8-4349-AC69-F5E9C43C119B}" type="presParOf" srcId="{893EC7DA-61AE-4585-8929-6CE27F1D815C}" destId="{C4F54EBC-7DEA-497B-BF7F-3C02A0B0E628}" srcOrd="1" destOrd="0" presId="urn:microsoft.com/office/officeart/2005/8/layout/hProcess4"/>
    <dgm:cxn modelId="{47CA695A-CC96-4C12-BD9C-42421C10BD7D}" type="presParOf" srcId="{893EC7DA-61AE-4585-8929-6CE27F1D815C}" destId="{CFB59162-D5E7-48AA-AB18-EBC8CD2ABD44}" srcOrd="2" destOrd="0" presId="urn:microsoft.com/office/officeart/2005/8/layout/hProcess4"/>
    <dgm:cxn modelId="{C6F34843-AE23-4B03-9887-EEB8BCCC82B4}" type="presParOf" srcId="{893EC7DA-61AE-4585-8929-6CE27F1D815C}" destId="{07537B41-F88C-40C5-8337-35824F4FF462}" srcOrd="3" destOrd="0" presId="urn:microsoft.com/office/officeart/2005/8/layout/hProcess4"/>
    <dgm:cxn modelId="{E15790BB-762D-4CB9-8F6F-C6B9FEB73808}" type="presParOf" srcId="{893EC7DA-61AE-4585-8929-6CE27F1D815C}" destId="{003664B3-D809-4D30-9BF8-682675046ED8}" srcOrd="4" destOrd="0" presId="urn:microsoft.com/office/officeart/2005/8/layout/hProcess4"/>
    <dgm:cxn modelId="{7612DBDE-66D2-4FFD-8550-A6E2639379E2}" type="presParOf" srcId="{99E66032-304D-4E74-BBAD-AEE4DF64B094}" destId="{3AB6B01B-4E38-40CA-B515-D6C61B4141EB}" srcOrd="1" destOrd="0" presId="urn:microsoft.com/office/officeart/2005/8/layout/hProcess4"/>
    <dgm:cxn modelId="{8A909B64-C94B-42B4-92A1-A192822CCE19}" type="presParOf" srcId="{99E66032-304D-4E74-BBAD-AEE4DF64B094}" destId="{11A1FFCC-161A-4193-BFA9-1818BAD56D2C}" srcOrd="2" destOrd="0" presId="urn:microsoft.com/office/officeart/2005/8/layout/hProcess4"/>
    <dgm:cxn modelId="{786F9268-5DCA-4E8D-B596-AB615A64181F}" type="presParOf" srcId="{11A1FFCC-161A-4193-BFA9-1818BAD56D2C}" destId="{929064E7-EF5E-4471-84B0-CD52EE9D8261}" srcOrd="0" destOrd="0" presId="urn:microsoft.com/office/officeart/2005/8/layout/hProcess4"/>
    <dgm:cxn modelId="{8A4659F4-1833-4C08-9012-88C509F6C840}" type="presParOf" srcId="{11A1FFCC-161A-4193-BFA9-1818BAD56D2C}" destId="{E5153DF2-A365-42F2-86C8-65BF2A0E0B27}" srcOrd="1" destOrd="0" presId="urn:microsoft.com/office/officeart/2005/8/layout/hProcess4"/>
    <dgm:cxn modelId="{4EC87308-27A8-4BEF-A6CC-D55144B31908}" type="presParOf" srcId="{11A1FFCC-161A-4193-BFA9-1818BAD56D2C}" destId="{74805063-B84B-4240-BF66-09467CAC6B84}" srcOrd="2" destOrd="0" presId="urn:microsoft.com/office/officeart/2005/8/layout/hProcess4"/>
    <dgm:cxn modelId="{CB4DD3CF-66B2-406C-A2C7-EDA8F949024E}" type="presParOf" srcId="{11A1FFCC-161A-4193-BFA9-1818BAD56D2C}" destId="{615FA717-CBC4-436F-BED6-DC2FB309DCD7}" srcOrd="3" destOrd="0" presId="urn:microsoft.com/office/officeart/2005/8/layout/hProcess4"/>
    <dgm:cxn modelId="{4E5167A8-2764-45EA-B569-7935D81B6F55}" type="presParOf" srcId="{11A1FFCC-161A-4193-BFA9-1818BAD56D2C}" destId="{71B89836-5360-4C93-BD09-764B0EBCDC18}" srcOrd="4" destOrd="0" presId="urn:microsoft.com/office/officeart/2005/8/layout/hProcess4"/>
    <dgm:cxn modelId="{41137E48-7705-440F-9F98-5B1F3385E1E4}" type="presParOf" srcId="{99E66032-304D-4E74-BBAD-AEE4DF64B094}" destId="{C9247324-E081-4596-BCEC-49E94AA80236}" srcOrd="3" destOrd="0" presId="urn:microsoft.com/office/officeart/2005/8/layout/hProcess4"/>
    <dgm:cxn modelId="{53C9D4CC-26CB-41A9-8248-FDED1836FF7A}" type="presParOf" srcId="{99E66032-304D-4E74-BBAD-AEE4DF64B094}" destId="{FC6B178A-184C-4FD8-8229-493CDDF59132}" srcOrd="4" destOrd="0" presId="urn:microsoft.com/office/officeart/2005/8/layout/hProcess4"/>
    <dgm:cxn modelId="{15FAF7BC-AD29-4579-993F-9692A86C5E5F}" type="presParOf" srcId="{FC6B178A-184C-4FD8-8229-493CDDF59132}" destId="{7FD98257-9941-4929-847F-CDB1FF58DDCC}" srcOrd="0" destOrd="0" presId="urn:microsoft.com/office/officeart/2005/8/layout/hProcess4"/>
    <dgm:cxn modelId="{A4710E81-3784-4460-80D3-7F6B4A1BC885}" type="presParOf" srcId="{FC6B178A-184C-4FD8-8229-493CDDF59132}" destId="{890068C9-4A4D-4F46-A983-B70021A0EED9}" srcOrd="1" destOrd="0" presId="urn:microsoft.com/office/officeart/2005/8/layout/hProcess4"/>
    <dgm:cxn modelId="{79342A55-4535-42C9-B007-8C5AE0F6D23A}" type="presParOf" srcId="{FC6B178A-184C-4FD8-8229-493CDDF59132}" destId="{4F31633F-E307-46AE-993A-6FD8FF8302FD}" srcOrd="2" destOrd="0" presId="urn:microsoft.com/office/officeart/2005/8/layout/hProcess4"/>
    <dgm:cxn modelId="{100B2506-97D2-4B2D-BA5A-6DC7AA74C53F}" type="presParOf" srcId="{FC6B178A-184C-4FD8-8229-493CDDF59132}" destId="{72B1DB42-E4DB-4511-A966-278537009DF8}" srcOrd="3" destOrd="0" presId="urn:microsoft.com/office/officeart/2005/8/layout/hProcess4"/>
    <dgm:cxn modelId="{A02832D5-65B8-461C-955A-162C218E5DA1}" type="presParOf" srcId="{FC6B178A-184C-4FD8-8229-493CDDF59132}" destId="{C36D07EE-B24E-4F83-BF0D-ADD34507391B}" srcOrd="4" destOrd="0" presId="urn:microsoft.com/office/officeart/2005/8/layout/hProcess4"/>
    <dgm:cxn modelId="{85AD9549-FCF2-45C4-ABF2-E35EFC1C9109}" type="presParOf" srcId="{99E66032-304D-4E74-BBAD-AEE4DF64B094}" destId="{77C678D9-E354-4C4A-9B47-C3126B5435D7}" srcOrd="5" destOrd="0" presId="urn:microsoft.com/office/officeart/2005/8/layout/hProcess4"/>
    <dgm:cxn modelId="{9294BF6F-3879-45C6-B4F7-78F5A2CF2B18}" type="presParOf" srcId="{99E66032-304D-4E74-BBAD-AEE4DF64B094}" destId="{D3F2A839-6CD9-4194-96FF-4F44B8B911A8}" srcOrd="6" destOrd="0" presId="urn:microsoft.com/office/officeart/2005/8/layout/hProcess4"/>
    <dgm:cxn modelId="{21E9C074-EA9E-45C0-B924-031651EE8AEE}" type="presParOf" srcId="{D3F2A839-6CD9-4194-96FF-4F44B8B911A8}" destId="{B7BCF4FE-D3E8-45D6-AA96-8341A8EA8741}" srcOrd="0" destOrd="0" presId="urn:microsoft.com/office/officeart/2005/8/layout/hProcess4"/>
    <dgm:cxn modelId="{B5F8DDBB-9A43-4152-9F6F-C2026E4C599A}" type="presParOf" srcId="{D3F2A839-6CD9-4194-96FF-4F44B8B911A8}" destId="{FB12BDC2-CB53-4488-AD7F-0B7DFF3E10D0}" srcOrd="1" destOrd="0" presId="urn:microsoft.com/office/officeart/2005/8/layout/hProcess4"/>
    <dgm:cxn modelId="{EF1B4EFB-00D9-4B37-AED8-A16822C30480}" type="presParOf" srcId="{D3F2A839-6CD9-4194-96FF-4F44B8B911A8}" destId="{5ECEAD0A-DE93-4A31-9C59-4EE03051C983}" srcOrd="2" destOrd="0" presId="urn:microsoft.com/office/officeart/2005/8/layout/hProcess4"/>
    <dgm:cxn modelId="{39B8C3E2-95AD-49D5-87EF-644542B1312E}" type="presParOf" srcId="{D3F2A839-6CD9-4194-96FF-4F44B8B911A8}" destId="{C1A2CB41-9245-4A56-99FE-2B2BDFD466FC}" srcOrd="3" destOrd="0" presId="urn:microsoft.com/office/officeart/2005/8/layout/hProcess4"/>
    <dgm:cxn modelId="{17B6FE7F-B7B6-431C-8037-BF095F818C30}" type="presParOf" srcId="{D3F2A839-6CD9-4194-96FF-4F44B8B911A8}" destId="{E38592BE-8F2A-41F3-96E3-50E5443562CF}" srcOrd="4" destOrd="0" presId="urn:microsoft.com/office/officeart/2005/8/layout/hProcess4"/>
    <dgm:cxn modelId="{E211BB99-2893-4311-AD77-98313B0EE57C}" type="presParOf" srcId="{99E66032-304D-4E74-BBAD-AEE4DF64B094}" destId="{6471980B-631C-44EB-80E4-53C80A6B7C82}" srcOrd="7" destOrd="0" presId="urn:microsoft.com/office/officeart/2005/8/layout/hProcess4"/>
    <dgm:cxn modelId="{AF2FB56F-03B1-4D0F-B4AA-D1A1302EDF02}" type="presParOf" srcId="{99E66032-304D-4E74-BBAD-AEE4DF64B094}" destId="{E3988896-8977-488E-B851-20F094E5BA37}" srcOrd="8" destOrd="0" presId="urn:microsoft.com/office/officeart/2005/8/layout/hProcess4"/>
    <dgm:cxn modelId="{352A934D-6DE4-4CC2-BB3B-91FAA34EEDE7}" type="presParOf" srcId="{E3988896-8977-488E-B851-20F094E5BA37}" destId="{BF397F46-356B-45B1-A215-29644853DEA4}" srcOrd="0" destOrd="0" presId="urn:microsoft.com/office/officeart/2005/8/layout/hProcess4"/>
    <dgm:cxn modelId="{8F27BF9D-280D-4B5D-A1F4-84D4C515AB1C}" type="presParOf" srcId="{E3988896-8977-488E-B851-20F094E5BA37}" destId="{223A5ED3-22A7-489E-967B-13329732A59D}" srcOrd="1" destOrd="0" presId="urn:microsoft.com/office/officeart/2005/8/layout/hProcess4"/>
    <dgm:cxn modelId="{78CF3A3B-0B8A-4C1B-8368-852689CD13DD}" type="presParOf" srcId="{E3988896-8977-488E-B851-20F094E5BA37}" destId="{AA789EC6-0DCA-4FD6-9F84-222B7EE66CF6}" srcOrd="2" destOrd="0" presId="urn:microsoft.com/office/officeart/2005/8/layout/hProcess4"/>
    <dgm:cxn modelId="{C46FB553-573B-442B-A449-5D4DC6C641C2}" type="presParOf" srcId="{E3988896-8977-488E-B851-20F094E5BA37}" destId="{191F9586-D311-4047-B160-BF81C1F00CEC}" srcOrd="3" destOrd="0" presId="urn:microsoft.com/office/officeart/2005/8/layout/hProcess4"/>
    <dgm:cxn modelId="{8F00BDB0-8448-4360-BC6A-E3010345AB47}" type="presParOf" srcId="{E3988896-8977-488E-B851-20F094E5BA37}" destId="{56925127-6926-4CBF-86BE-C4BB7A453DCE}" srcOrd="4" destOrd="0" presId="urn:microsoft.com/office/officeart/2005/8/layout/hProcess4"/>
    <dgm:cxn modelId="{108E26D2-B867-4477-A910-139101D70E31}" type="presParOf" srcId="{99E66032-304D-4E74-BBAD-AEE4DF64B094}" destId="{653ED5C4-BDDA-4651-98E2-CC6982423434}" srcOrd="9" destOrd="0" presId="urn:microsoft.com/office/officeart/2005/8/layout/hProcess4"/>
    <dgm:cxn modelId="{DB93DCBC-C4A2-47CB-AD4B-F3AA809F7AAA}" type="presParOf" srcId="{99E66032-304D-4E74-BBAD-AEE4DF64B094}" destId="{F5863A4E-24D8-402E-B42B-A6FEB88C598C}" srcOrd="10" destOrd="0" presId="urn:microsoft.com/office/officeart/2005/8/layout/hProcess4"/>
    <dgm:cxn modelId="{79D2D17F-332A-494C-929A-6B6E2C16CFCC}" type="presParOf" srcId="{F5863A4E-24D8-402E-B42B-A6FEB88C598C}" destId="{02469B52-B239-49FE-9E06-F9F3DF135923}" srcOrd="0" destOrd="0" presId="urn:microsoft.com/office/officeart/2005/8/layout/hProcess4"/>
    <dgm:cxn modelId="{01674971-507B-44DC-B47F-5FCAD24E2826}" type="presParOf" srcId="{F5863A4E-24D8-402E-B42B-A6FEB88C598C}" destId="{89180BB4-41E4-4AA4-AA8A-11A203B5C89C}" srcOrd="1" destOrd="0" presId="urn:microsoft.com/office/officeart/2005/8/layout/hProcess4"/>
    <dgm:cxn modelId="{5340EFD3-6268-4F51-AE0E-BA0B18A9D0C7}" type="presParOf" srcId="{F5863A4E-24D8-402E-B42B-A6FEB88C598C}" destId="{C6CA3636-AB5D-44AA-A7D4-86FDEF92750D}" srcOrd="2" destOrd="0" presId="urn:microsoft.com/office/officeart/2005/8/layout/hProcess4"/>
    <dgm:cxn modelId="{8E01A907-CB78-4447-81E8-CC3B216D8DCB}" type="presParOf" srcId="{F5863A4E-24D8-402E-B42B-A6FEB88C598C}" destId="{CE12FD8F-A813-47F9-B501-BE490AFF8F2E}" srcOrd="3" destOrd="0" presId="urn:microsoft.com/office/officeart/2005/8/layout/hProcess4"/>
    <dgm:cxn modelId="{6465F00B-ED7D-4510-9D96-0A102856E116}" type="presParOf" srcId="{F5863A4E-24D8-402E-B42B-A6FEB88C598C}" destId="{9B353E24-B050-4B8F-92EB-1FDCA8BD8732}"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F54EBC-7DEA-497B-BF7F-3C02A0B0E628}">
      <dsp:nvSpPr>
        <dsp:cNvPr id="0" name=""/>
        <dsp:cNvSpPr/>
      </dsp:nvSpPr>
      <dsp:spPr>
        <a:xfrm>
          <a:off x="6127" y="3032957"/>
          <a:ext cx="1416507" cy="1168322"/>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t" anchorCtr="0">
          <a:noAutofit/>
        </a:bodyPr>
        <a:lstStyle/>
        <a:p>
          <a:pPr marL="114300" lvl="1" indent="-114300" algn="l" defTabSz="533400">
            <a:lnSpc>
              <a:spcPct val="90000"/>
            </a:lnSpc>
            <a:spcBef>
              <a:spcPct val="0"/>
            </a:spcBef>
            <a:spcAft>
              <a:spcPct val="15000"/>
            </a:spcAft>
            <a:buChar char="•"/>
          </a:pPr>
          <a:r>
            <a:rPr lang="en-GB" sz="1200" kern="1200">
              <a:latin typeface="Posterama"/>
            </a:rPr>
            <a:t>INPUT</a:t>
          </a:r>
          <a:endParaRPr lang="en-GB" sz="1200" kern="1200"/>
        </a:p>
        <a:p>
          <a:pPr marL="114300" lvl="1" indent="-114300" algn="l" defTabSz="533400" rtl="0">
            <a:lnSpc>
              <a:spcPct val="90000"/>
            </a:lnSpc>
            <a:spcBef>
              <a:spcPct val="0"/>
            </a:spcBef>
            <a:spcAft>
              <a:spcPct val="15000"/>
            </a:spcAft>
            <a:buChar char="•"/>
          </a:pPr>
          <a:r>
            <a:rPr lang="en-GB" sz="1200" kern="1200">
              <a:latin typeface="Posterama"/>
            </a:rPr>
            <a:t>LIVE FEED</a:t>
          </a:r>
          <a:endParaRPr lang="en-GB" sz="1200" kern="1200"/>
        </a:p>
      </dsp:txBody>
      <dsp:txXfrm>
        <a:off x="33013" y="3059843"/>
        <a:ext cx="1362735" cy="864195"/>
      </dsp:txXfrm>
    </dsp:sp>
    <dsp:sp modelId="{3AB6B01B-4E38-40CA-B515-D6C61B4141EB}">
      <dsp:nvSpPr>
        <dsp:cNvPr id="0" name=""/>
        <dsp:cNvSpPr/>
      </dsp:nvSpPr>
      <dsp:spPr>
        <a:xfrm>
          <a:off x="821778" y="3381649"/>
          <a:ext cx="1458093" cy="1458093"/>
        </a:xfrm>
        <a:prstGeom prst="leftCircularArrow">
          <a:avLst>
            <a:gd name="adj1" fmla="val 2446"/>
            <a:gd name="adj2" fmla="val 296038"/>
            <a:gd name="adj3" fmla="val 2071548"/>
            <a:gd name="adj4" fmla="val 9024489"/>
            <a:gd name="adj5" fmla="val 2853"/>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7537B41-F88C-40C5-8337-35824F4FF462}">
      <dsp:nvSpPr>
        <dsp:cNvPr id="0" name=""/>
        <dsp:cNvSpPr/>
      </dsp:nvSpPr>
      <dsp:spPr>
        <a:xfrm>
          <a:off x="320906" y="3950924"/>
          <a:ext cx="1259117" cy="50070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a:latin typeface="Posterama"/>
            </a:rPr>
            <a:t>IMAGE</a:t>
          </a:r>
          <a:endParaRPr lang="en-GB" sz="1400" kern="1200"/>
        </a:p>
      </dsp:txBody>
      <dsp:txXfrm>
        <a:off x="335571" y="3965589"/>
        <a:ext cx="1229787" cy="471379"/>
      </dsp:txXfrm>
    </dsp:sp>
    <dsp:sp modelId="{E5153DF2-A365-42F2-86C8-65BF2A0E0B27}">
      <dsp:nvSpPr>
        <dsp:cNvPr id="0" name=""/>
        <dsp:cNvSpPr/>
      </dsp:nvSpPr>
      <dsp:spPr>
        <a:xfrm>
          <a:off x="1749840" y="3032957"/>
          <a:ext cx="1416507" cy="1168322"/>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1561022"/>
              <a:satOff val="17134"/>
              <a:lumOff val="-82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t" anchorCtr="0">
          <a:noAutofit/>
        </a:bodyPr>
        <a:lstStyle/>
        <a:p>
          <a:pPr marL="114300" lvl="1" indent="-114300" algn="l" defTabSz="533400" rtl="0">
            <a:lnSpc>
              <a:spcPct val="90000"/>
            </a:lnSpc>
            <a:spcBef>
              <a:spcPct val="0"/>
            </a:spcBef>
            <a:spcAft>
              <a:spcPct val="15000"/>
            </a:spcAft>
            <a:buChar char="•"/>
          </a:pPr>
          <a:r>
            <a:rPr lang="en-GB" sz="1200" kern="1200">
              <a:latin typeface="Posterama"/>
            </a:rPr>
            <a:t>FACIAL FEATURE EXTRACTION</a:t>
          </a:r>
          <a:endParaRPr lang="en-GB" sz="1200" kern="1200"/>
        </a:p>
      </dsp:txBody>
      <dsp:txXfrm>
        <a:off x="1776726" y="3310198"/>
        <a:ext cx="1362735" cy="864195"/>
      </dsp:txXfrm>
    </dsp:sp>
    <dsp:sp modelId="{C9247324-E081-4596-BCEC-49E94AA80236}">
      <dsp:nvSpPr>
        <dsp:cNvPr id="0" name=""/>
        <dsp:cNvSpPr/>
      </dsp:nvSpPr>
      <dsp:spPr>
        <a:xfrm>
          <a:off x="2553687" y="2348685"/>
          <a:ext cx="1639091" cy="1639091"/>
        </a:xfrm>
        <a:prstGeom prst="circularArrow">
          <a:avLst>
            <a:gd name="adj1" fmla="val 2176"/>
            <a:gd name="adj2" fmla="val 261712"/>
            <a:gd name="adj3" fmla="val 19562777"/>
            <a:gd name="adj4" fmla="val 12575511"/>
            <a:gd name="adj5" fmla="val 2538"/>
          </a:avLst>
        </a:prstGeom>
        <a:solidFill>
          <a:schemeClr val="accent2">
            <a:hueOff val="-1951277"/>
            <a:satOff val="21418"/>
            <a:lumOff val="-1029"/>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15FA717-CBC4-436F-BED6-DC2FB309DCD7}">
      <dsp:nvSpPr>
        <dsp:cNvPr id="0" name=""/>
        <dsp:cNvSpPr/>
      </dsp:nvSpPr>
      <dsp:spPr>
        <a:xfrm>
          <a:off x="2064620" y="2782602"/>
          <a:ext cx="1259117" cy="500709"/>
        </a:xfrm>
        <a:prstGeom prst="roundRect">
          <a:avLst>
            <a:gd name="adj" fmla="val 10000"/>
          </a:avLst>
        </a:prstGeom>
        <a:solidFill>
          <a:schemeClr val="accent2">
            <a:hueOff val="-1561022"/>
            <a:satOff val="17134"/>
            <a:lumOff val="-8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a:latin typeface="Posterama"/>
            </a:rPr>
            <a:t>PRE-PROCESSING</a:t>
          </a:r>
          <a:endParaRPr lang="en-GB" sz="1400" kern="1200"/>
        </a:p>
      </dsp:txBody>
      <dsp:txXfrm>
        <a:off x="2079285" y="2797267"/>
        <a:ext cx="1229787" cy="471379"/>
      </dsp:txXfrm>
    </dsp:sp>
    <dsp:sp modelId="{890068C9-4A4D-4F46-A983-B70021A0EED9}">
      <dsp:nvSpPr>
        <dsp:cNvPr id="0" name=""/>
        <dsp:cNvSpPr/>
      </dsp:nvSpPr>
      <dsp:spPr>
        <a:xfrm>
          <a:off x="3493554" y="3032957"/>
          <a:ext cx="1416507" cy="1168322"/>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3122043"/>
              <a:satOff val="34269"/>
              <a:lumOff val="-164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t" anchorCtr="0">
          <a:noAutofit/>
        </a:bodyPr>
        <a:lstStyle/>
        <a:p>
          <a:pPr marL="114300" lvl="1" indent="-114300" algn="l" defTabSz="533400" rtl="0">
            <a:lnSpc>
              <a:spcPct val="90000"/>
            </a:lnSpc>
            <a:spcBef>
              <a:spcPct val="0"/>
            </a:spcBef>
            <a:spcAft>
              <a:spcPct val="15000"/>
            </a:spcAft>
            <a:buChar char="•"/>
          </a:pPr>
          <a:r>
            <a:rPr lang="en-GB" sz="1200" kern="1200">
              <a:latin typeface="Posterama"/>
            </a:rPr>
            <a:t>TRAIN AND TEST</a:t>
          </a:r>
          <a:endParaRPr lang="en-GB" sz="1200" kern="1200"/>
        </a:p>
        <a:p>
          <a:pPr marL="114300" lvl="1" indent="-114300" algn="l" defTabSz="533400">
            <a:lnSpc>
              <a:spcPct val="90000"/>
            </a:lnSpc>
            <a:spcBef>
              <a:spcPct val="0"/>
            </a:spcBef>
            <a:spcAft>
              <a:spcPct val="15000"/>
            </a:spcAft>
            <a:buChar char="•"/>
          </a:pPr>
          <a:r>
            <a:rPr lang="en-GB" sz="1200" kern="1200">
              <a:latin typeface="Posterama"/>
            </a:rPr>
            <a:t>CNN</a:t>
          </a:r>
          <a:endParaRPr lang="en-GB" sz="1200" kern="1200"/>
        </a:p>
      </dsp:txBody>
      <dsp:txXfrm>
        <a:off x="3520440" y="3059843"/>
        <a:ext cx="1362735" cy="864195"/>
      </dsp:txXfrm>
    </dsp:sp>
    <dsp:sp modelId="{77C678D9-E354-4C4A-9B47-C3126B5435D7}">
      <dsp:nvSpPr>
        <dsp:cNvPr id="0" name=""/>
        <dsp:cNvSpPr/>
      </dsp:nvSpPr>
      <dsp:spPr>
        <a:xfrm>
          <a:off x="4309205" y="3381649"/>
          <a:ext cx="1458093" cy="1458093"/>
        </a:xfrm>
        <a:prstGeom prst="leftCircularArrow">
          <a:avLst>
            <a:gd name="adj1" fmla="val 2446"/>
            <a:gd name="adj2" fmla="val 296038"/>
            <a:gd name="adj3" fmla="val 2071548"/>
            <a:gd name="adj4" fmla="val 9024489"/>
            <a:gd name="adj5" fmla="val 2853"/>
          </a:avLst>
        </a:prstGeom>
        <a:solidFill>
          <a:schemeClr val="accent2">
            <a:hueOff val="-3902554"/>
            <a:satOff val="42836"/>
            <a:lumOff val="-205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2B1DB42-E4DB-4511-A966-278537009DF8}">
      <dsp:nvSpPr>
        <dsp:cNvPr id="0" name=""/>
        <dsp:cNvSpPr/>
      </dsp:nvSpPr>
      <dsp:spPr>
        <a:xfrm>
          <a:off x="3808333" y="3950924"/>
          <a:ext cx="1259117" cy="500709"/>
        </a:xfrm>
        <a:prstGeom prst="roundRect">
          <a:avLst>
            <a:gd name="adj" fmla="val 10000"/>
          </a:avLst>
        </a:prstGeom>
        <a:solidFill>
          <a:schemeClr val="accent2">
            <a:hueOff val="-3122043"/>
            <a:satOff val="34269"/>
            <a:lumOff val="-16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GB" sz="1400" kern="1200">
              <a:latin typeface="Posterama"/>
            </a:rPr>
            <a:t>NEURAL NETWORK</a:t>
          </a:r>
          <a:endParaRPr lang="en-GB" sz="1400" kern="1200"/>
        </a:p>
      </dsp:txBody>
      <dsp:txXfrm>
        <a:off x="3822998" y="3965589"/>
        <a:ext cx="1229787" cy="471379"/>
      </dsp:txXfrm>
    </dsp:sp>
    <dsp:sp modelId="{FB12BDC2-CB53-4488-AD7F-0B7DFF3E10D0}">
      <dsp:nvSpPr>
        <dsp:cNvPr id="0" name=""/>
        <dsp:cNvSpPr/>
      </dsp:nvSpPr>
      <dsp:spPr>
        <a:xfrm>
          <a:off x="5237267" y="3032957"/>
          <a:ext cx="1416507" cy="1168322"/>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4683065"/>
              <a:satOff val="51403"/>
              <a:lumOff val="-24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t" anchorCtr="0">
          <a:noAutofit/>
        </a:bodyPr>
        <a:lstStyle/>
        <a:p>
          <a:pPr marL="114300" lvl="1" indent="-114300" algn="l" defTabSz="533400">
            <a:lnSpc>
              <a:spcPct val="90000"/>
            </a:lnSpc>
            <a:spcBef>
              <a:spcPct val="0"/>
            </a:spcBef>
            <a:spcAft>
              <a:spcPct val="15000"/>
            </a:spcAft>
            <a:buChar char="•"/>
          </a:pPr>
          <a:r>
            <a:rPr lang="en-GB" sz="1200" kern="1200">
              <a:latin typeface="Posterama"/>
            </a:rPr>
            <a:t>EMOTION</a:t>
          </a:r>
        </a:p>
        <a:p>
          <a:pPr marL="114300" lvl="1" indent="-114300" algn="l" defTabSz="533400">
            <a:lnSpc>
              <a:spcPct val="90000"/>
            </a:lnSpc>
            <a:spcBef>
              <a:spcPct val="0"/>
            </a:spcBef>
            <a:spcAft>
              <a:spcPct val="15000"/>
            </a:spcAft>
            <a:buChar char="•"/>
          </a:pPr>
          <a:r>
            <a:rPr lang="en-GB" sz="1200" kern="1200">
              <a:latin typeface="Posterama"/>
            </a:rPr>
            <a:t>AGE</a:t>
          </a:r>
        </a:p>
        <a:p>
          <a:pPr marL="114300" lvl="1" indent="-114300" algn="l" defTabSz="533400">
            <a:lnSpc>
              <a:spcPct val="90000"/>
            </a:lnSpc>
            <a:spcBef>
              <a:spcPct val="0"/>
            </a:spcBef>
            <a:spcAft>
              <a:spcPct val="15000"/>
            </a:spcAft>
            <a:buChar char="•"/>
          </a:pPr>
          <a:r>
            <a:rPr lang="en-GB" sz="1200" kern="1200">
              <a:latin typeface="Posterama"/>
            </a:rPr>
            <a:t>GENDER</a:t>
          </a:r>
        </a:p>
      </dsp:txBody>
      <dsp:txXfrm>
        <a:off x="5264153" y="3310198"/>
        <a:ext cx="1362735" cy="864195"/>
      </dsp:txXfrm>
    </dsp:sp>
    <dsp:sp modelId="{6471980B-631C-44EB-80E4-53C80A6B7C82}">
      <dsp:nvSpPr>
        <dsp:cNvPr id="0" name=""/>
        <dsp:cNvSpPr/>
      </dsp:nvSpPr>
      <dsp:spPr>
        <a:xfrm>
          <a:off x="6041114" y="2348685"/>
          <a:ext cx="1639091" cy="1639091"/>
        </a:xfrm>
        <a:prstGeom prst="circularArrow">
          <a:avLst>
            <a:gd name="adj1" fmla="val 2176"/>
            <a:gd name="adj2" fmla="val 261712"/>
            <a:gd name="adj3" fmla="val 19562777"/>
            <a:gd name="adj4" fmla="val 12575511"/>
            <a:gd name="adj5" fmla="val 2538"/>
          </a:avLst>
        </a:prstGeom>
        <a:solidFill>
          <a:schemeClr val="accent2">
            <a:hueOff val="-5853831"/>
            <a:satOff val="64254"/>
            <a:lumOff val="-308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1A2CB41-9245-4A56-99FE-2B2BDFD466FC}">
      <dsp:nvSpPr>
        <dsp:cNvPr id="0" name=""/>
        <dsp:cNvSpPr/>
      </dsp:nvSpPr>
      <dsp:spPr>
        <a:xfrm>
          <a:off x="5552047" y="2782602"/>
          <a:ext cx="1259117" cy="500709"/>
        </a:xfrm>
        <a:prstGeom prst="roundRect">
          <a:avLst>
            <a:gd name="adj" fmla="val 10000"/>
          </a:avLst>
        </a:prstGeom>
        <a:solidFill>
          <a:schemeClr val="accent2">
            <a:hueOff val="-4683065"/>
            <a:satOff val="51403"/>
            <a:lumOff val="-24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a:latin typeface="Posterama"/>
            </a:rPr>
            <a:t>DETECTION</a:t>
          </a:r>
        </a:p>
      </dsp:txBody>
      <dsp:txXfrm>
        <a:off x="5566712" y="2797267"/>
        <a:ext cx="1229787" cy="471379"/>
      </dsp:txXfrm>
    </dsp:sp>
    <dsp:sp modelId="{223A5ED3-22A7-489E-967B-13329732A59D}">
      <dsp:nvSpPr>
        <dsp:cNvPr id="0" name=""/>
        <dsp:cNvSpPr/>
      </dsp:nvSpPr>
      <dsp:spPr>
        <a:xfrm>
          <a:off x="6980981" y="3032957"/>
          <a:ext cx="1416507" cy="1168322"/>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6244087"/>
              <a:satOff val="68538"/>
              <a:lumOff val="-329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t" anchorCtr="0">
          <a:noAutofit/>
        </a:bodyPr>
        <a:lstStyle/>
        <a:p>
          <a:pPr marL="114300" lvl="1" indent="-114300" algn="l" defTabSz="533400">
            <a:lnSpc>
              <a:spcPct val="90000"/>
            </a:lnSpc>
            <a:spcBef>
              <a:spcPct val="0"/>
            </a:spcBef>
            <a:spcAft>
              <a:spcPct val="15000"/>
            </a:spcAft>
            <a:buChar char="•"/>
          </a:pPr>
          <a:r>
            <a:rPr lang="en-GB" sz="1200" kern="1200">
              <a:latin typeface="Posterama"/>
            </a:rPr>
            <a:t>DATABASE</a:t>
          </a:r>
        </a:p>
        <a:p>
          <a:pPr marL="114300" lvl="1" indent="-114300" algn="l" defTabSz="533400" rtl="0">
            <a:lnSpc>
              <a:spcPct val="90000"/>
            </a:lnSpc>
            <a:spcBef>
              <a:spcPct val="0"/>
            </a:spcBef>
            <a:spcAft>
              <a:spcPct val="15000"/>
            </a:spcAft>
            <a:buChar char="•"/>
          </a:pPr>
          <a:r>
            <a:rPr lang="en-GB" sz="1200" kern="1200">
              <a:latin typeface="Posterama"/>
            </a:rPr>
            <a:t>TIME-TO-TIME FEED</a:t>
          </a:r>
        </a:p>
      </dsp:txBody>
      <dsp:txXfrm>
        <a:off x="7007867" y="3059843"/>
        <a:ext cx="1362735" cy="864195"/>
      </dsp:txXfrm>
    </dsp:sp>
    <dsp:sp modelId="{653ED5C4-BDDA-4651-98E2-CC6982423434}">
      <dsp:nvSpPr>
        <dsp:cNvPr id="0" name=""/>
        <dsp:cNvSpPr/>
      </dsp:nvSpPr>
      <dsp:spPr>
        <a:xfrm>
          <a:off x="7796632" y="3381649"/>
          <a:ext cx="1458093" cy="1458093"/>
        </a:xfrm>
        <a:prstGeom prst="leftCircularArrow">
          <a:avLst>
            <a:gd name="adj1" fmla="val 2446"/>
            <a:gd name="adj2" fmla="val 296038"/>
            <a:gd name="adj3" fmla="val 2071548"/>
            <a:gd name="adj4" fmla="val 9024489"/>
            <a:gd name="adj5" fmla="val 2853"/>
          </a:avLst>
        </a:prstGeom>
        <a:solidFill>
          <a:schemeClr val="accent2">
            <a:hueOff val="-7805109"/>
            <a:satOff val="85672"/>
            <a:lumOff val="-411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91F9586-D311-4047-B160-BF81C1F00CEC}">
      <dsp:nvSpPr>
        <dsp:cNvPr id="0" name=""/>
        <dsp:cNvSpPr/>
      </dsp:nvSpPr>
      <dsp:spPr>
        <a:xfrm>
          <a:off x="7295760" y="3950924"/>
          <a:ext cx="1259117" cy="500709"/>
        </a:xfrm>
        <a:prstGeom prst="roundRect">
          <a:avLst>
            <a:gd name="adj" fmla="val 10000"/>
          </a:avLst>
        </a:prstGeom>
        <a:solidFill>
          <a:schemeClr val="accent2">
            <a:hueOff val="-6244087"/>
            <a:satOff val="68538"/>
            <a:lumOff val="-32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GB" sz="1400" kern="1200">
              <a:latin typeface="Posterama"/>
            </a:rPr>
            <a:t>STORING &amp; ANALYSIS</a:t>
          </a:r>
        </a:p>
      </dsp:txBody>
      <dsp:txXfrm>
        <a:off x="7310425" y="3965589"/>
        <a:ext cx="1229787" cy="471379"/>
      </dsp:txXfrm>
    </dsp:sp>
    <dsp:sp modelId="{89180BB4-41E4-4AA4-AA8A-11A203B5C89C}">
      <dsp:nvSpPr>
        <dsp:cNvPr id="0" name=""/>
        <dsp:cNvSpPr/>
      </dsp:nvSpPr>
      <dsp:spPr>
        <a:xfrm>
          <a:off x="8724694" y="3032957"/>
          <a:ext cx="1416507" cy="1168322"/>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7805109"/>
              <a:satOff val="85672"/>
              <a:lumOff val="-41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t" anchorCtr="0">
          <a:noAutofit/>
        </a:bodyPr>
        <a:lstStyle/>
        <a:p>
          <a:pPr marL="114300" lvl="1" indent="-114300" algn="l" defTabSz="533400" rtl="0">
            <a:lnSpc>
              <a:spcPct val="90000"/>
            </a:lnSpc>
            <a:spcBef>
              <a:spcPct val="0"/>
            </a:spcBef>
            <a:spcAft>
              <a:spcPct val="15000"/>
            </a:spcAft>
            <a:buChar char="•"/>
          </a:pPr>
          <a:r>
            <a:rPr lang="en-GB" sz="1200" kern="1200">
              <a:latin typeface="Posterama"/>
            </a:rPr>
            <a:t>DISPLAY LIVE FEED WITH REQUIREMENTS</a:t>
          </a:r>
        </a:p>
      </dsp:txBody>
      <dsp:txXfrm>
        <a:off x="8751580" y="3310198"/>
        <a:ext cx="1362735" cy="864195"/>
      </dsp:txXfrm>
    </dsp:sp>
    <dsp:sp modelId="{CE12FD8F-A813-47F9-B501-BE490AFF8F2E}">
      <dsp:nvSpPr>
        <dsp:cNvPr id="0" name=""/>
        <dsp:cNvSpPr/>
      </dsp:nvSpPr>
      <dsp:spPr>
        <a:xfrm>
          <a:off x="9039474" y="2782602"/>
          <a:ext cx="1259117" cy="500709"/>
        </a:xfrm>
        <a:prstGeom prst="roundRect">
          <a:avLst>
            <a:gd name="adj" fmla="val 10000"/>
          </a:avLst>
        </a:prstGeom>
        <a:solidFill>
          <a:schemeClr val="accent2">
            <a:hueOff val="-7805109"/>
            <a:satOff val="85672"/>
            <a:lumOff val="-41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a:latin typeface="Posterama"/>
            </a:rPr>
            <a:t>RESULT</a:t>
          </a:r>
        </a:p>
      </dsp:txBody>
      <dsp:txXfrm>
        <a:off x="9054139" y="2797267"/>
        <a:ext cx="1229787" cy="47137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85B0E32-B5E8-ABB8-8111-85B8EC8C30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CBEA51B-84EE-4022-ED15-8909CC5A91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A91314-61E5-4127-8B6D-13C983E58D8B}" type="datetimeFigureOut">
              <a:rPr lang="en-US" smtClean="0"/>
              <a:t>4/3/2024</a:t>
            </a:fld>
            <a:endParaRPr lang="en-US"/>
          </a:p>
        </p:txBody>
      </p:sp>
      <p:sp>
        <p:nvSpPr>
          <p:cNvPr id="4" name="Footer Placeholder 3">
            <a:extLst>
              <a:ext uri="{FF2B5EF4-FFF2-40B4-BE49-F238E27FC236}">
                <a16:creationId xmlns:a16="http://schemas.microsoft.com/office/drawing/2014/main" id="{B3272E51-A58D-6BAE-BC6A-6A72A8B1192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84C89E0-2DC1-17B3-023A-4CF4DC2738F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D699229-3980-4402-938E-FE0E090C2DC5}" type="slidenum">
              <a:rPr lang="en-US" smtClean="0"/>
              <a:t>‹#›</a:t>
            </a:fld>
            <a:endParaRPr lang="en-US"/>
          </a:p>
        </p:txBody>
      </p:sp>
    </p:spTree>
    <p:extLst>
      <p:ext uri="{BB962C8B-B14F-4D97-AF65-F5344CB8AC3E}">
        <p14:creationId xmlns:p14="http://schemas.microsoft.com/office/powerpoint/2010/main" val="41617885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814B8-89E7-7342-9335-248FD4EADF1C}" type="datetimeFigureOut">
              <a:rPr lang="en-US" smtClean="0"/>
              <a:t>4/3/2024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E33DE1-6F2E-B445-8653-2E5FC0D998EF}" type="slidenum">
              <a:rPr lang="en-US" smtClean="0"/>
              <a:t>‹#›</a:t>
            </a:fld>
            <a:endParaRPr lang="en-US"/>
          </a:p>
        </p:txBody>
      </p:sp>
    </p:spTree>
    <p:extLst>
      <p:ext uri="{BB962C8B-B14F-4D97-AF65-F5344CB8AC3E}">
        <p14:creationId xmlns:p14="http://schemas.microsoft.com/office/powerpoint/2010/main" val="827262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FE33DE1-6F2E-B445-8653-2E5FC0D998EF}" type="slidenum">
              <a:rPr lang="en-US" smtClean="0"/>
              <a:t>9</a:t>
            </a:fld>
            <a:endParaRPr lang="en-US"/>
          </a:p>
        </p:txBody>
      </p:sp>
    </p:spTree>
    <p:extLst>
      <p:ext uri="{BB962C8B-B14F-4D97-AF65-F5344CB8AC3E}">
        <p14:creationId xmlns:p14="http://schemas.microsoft.com/office/powerpoint/2010/main" val="3681525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FE33DE1-6F2E-B445-8653-2E5FC0D998EF}" type="slidenum">
              <a:rPr lang="en-US" smtClean="0"/>
              <a:t>11</a:t>
            </a:fld>
            <a:endParaRPr lang="en-US"/>
          </a:p>
        </p:txBody>
      </p:sp>
    </p:spTree>
    <p:extLst>
      <p:ext uri="{BB962C8B-B14F-4D97-AF65-F5344CB8AC3E}">
        <p14:creationId xmlns:p14="http://schemas.microsoft.com/office/powerpoint/2010/main" val="2658073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Freeform 1">
            <a:extLst>
              <a:ext uri="{FF2B5EF4-FFF2-40B4-BE49-F238E27FC236}">
                <a16:creationId xmlns:a16="http://schemas.microsoft.com/office/drawing/2014/main" id="{098C23CB-4BF7-816E-A510-D87719695ABA}"/>
              </a:ext>
            </a:extLst>
          </p:cNvPr>
          <p:cNvSpPr/>
          <p:nvPr userDrawn="1"/>
        </p:nvSpPr>
        <p:spPr>
          <a:xfrm rot="10800000">
            <a:off x="1476050" y="1379096"/>
            <a:ext cx="9239900" cy="5478904"/>
          </a:xfrm>
          <a:custGeom>
            <a:avLst/>
            <a:gdLst>
              <a:gd name="connsiteX0" fmla="*/ 5632 w 9239900"/>
              <a:gd name="connsiteY0" fmla="*/ 0 h 4886591"/>
              <a:gd name="connsiteX1" fmla="*/ 9234268 w 9239900"/>
              <a:gd name="connsiteY1" fmla="*/ 0 h 4886591"/>
              <a:gd name="connsiteX2" fmla="*/ 9239900 w 9239900"/>
              <a:gd name="connsiteY2" fmla="*/ 224751 h 4886591"/>
              <a:gd name="connsiteX3" fmla="*/ 4619950 w 9239900"/>
              <a:gd name="connsiteY3" fmla="*/ 4886591 h 4886591"/>
              <a:gd name="connsiteX4" fmla="*/ 0 w 9239900"/>
              <a:gd name="connsiteY4" fmla="*/ 224751 h 4886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9900" h="4886591">
                <a:moveTo>
                  <a:pt x="5632" y="0"/>
                </a:moveTo>
                <a:lnTo>
                  <a:pt x="9234268" y="0"/>
                </a:lnTo>
                <a:lnTo>
                  <a:pt x="9239900" y="224751"/>
                </a:lnTo>
                <a:cubicBezTo>
                  <a:pt x="9239900" y="2799414"/>
                  <a:pt x="7171478" y="4886591"/>
                  <a:pt x="4619950" y="4886591"/>
                </a:cubicBezTo>
                <a:cubicBezTo>
                  <a:pt x="2068422" y="4886591"/>
                  <a:pt x="0" y="2799414"/>
                  <a:pt x="0" y="224751"/>
                </a:cubicBezTo>
                <a:close/>
              </a:path>
            </a:pathLst>
          </a:cu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Picture Placeholder 15">
            <a:extLst>
              <a:ext uri="{FF2B5EF4-FFF2-40B4-BE49-F238E27FC236}">
                <a16:creationId xmlns:a16="http://schemas.microsoft.com/office/drawing/2014/main" id="{E01AFF5E-2AE2-F6EE-AA93-402BFD084F39}"/>
              </a:ext>
            </a:extLst>
          </p:cNvPr>
          <p:cNvSpPr>
            <a:spLocks noGrp="1"/>
          </p:cNvSpPr>
          <p:nvPr>
            <p:ph type="pic" sz="quarter" idx="11" hasCustomPrompt="1"/>
          </p:nvPr>
        </p:nvSpPr>
        <p:spPr>
          <a:xfrm>
            <a:off x="1476700" y="1"/>
            <a:ext cx="9239250" cy="5478904"/>
          </a:xfrm>
          <a:custGeom>
            <a:avLst/>
            <a:gdLst>
              <a:gd name="connsiteX0" fmla="*/ 5307 w 9239250"/>
              <a:gd name="connsiteY0" fmla="*/ 0 h 4886324"/>
              <a:gd name="connsiteX1" fmla="*/ 9233943 w 9239250"/>
              <a:gd name="connsiteY1" fmla="*/ 0 h 4886324"/>
              <a:gd name="connsiteX2" fmla="*/ 9239250 w 9239250"/>
              <a:gd name="connsiteY2" fmla="*/ 211784 h 4886324"/>
              <a:gd name="connsiteX3" fmla="*/ 9239250 w 9239250"/>
              <a:gd name="connsiteY3" fmla="*/ 231244 h 4886324"/>
              <a:gd name="connsiteX4" fmla="*/ 9215723 w 9239250"/>
              <a:gd name="connsiteY4" fmla="*/ 701397 h 4886324"/>
              <a:gd name="connsiteX5" fmla="*/ 4857367 w 9239250"/>
              <a:gd name="connsiteY5" fmla="*/ 4880525 h 4886324"/>
              <a:gd name="connsiteX6" fmla="*/ 4630090 w 9239250"/>
              <a:gd name="connsiteY6" fmla="*/ 4886324 h 4886324"/>
              <a:gd name="connsiteX7" fmla="*/ 4609160 w 9239250"/>
              <a:gd name="connsiteY7" fmla="*/ 4886324 h 4886324"/>
              <a:gd name="connsiteX8" fmla="*/ 4381883 w 9239250"/>
              <a:gd name="connsiteY8" fmla="*/ 4880525 h 4886324"/>
              <a:gd name="connsiteX9" fmla="*/ 23528 w 9239250"/>
              <a:gd name="connsiteY9" fmla="*/ 701397 h 4886324"/>
              <a:gd name="connsiteX10" fmla="*/ 0 w 9239250"/>
              <a:gd name="connsiteY10" fmla="*/ 231247 h 4886324"/>
              <a:gd name="connsiteX11" fmla="*/ 0 w 9239250"/>
              <a:gd name="connsiteY11" fmla="*/ 211779 h 4886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39250" h="4886324">
                <a:moveTo>
                  <a:pt x="5307" y="0"/>
                </a:moveTo>
                <a:lnTo>
                  <a:pt x="9233943" y="0"/>
                </a:lnTo>
                <a:lnTo>
                  <a:pt x="9239250" y="211784"/>
                </a:lnTo>
                <a:lnTo>
                  <a:pt x="9239250" y="231244"/>
                </a:lnTo>
                <a:lnTo>
                  <a:pt x="9215723" y="701397"/>
                </a:lnTo>
                <a:cubicBezTo>
                  <a:pt x="8987021" y="2973800"/>
                  <a:pt x="7140923" y="4763722"/>
                  <a:pt x="4857367" y="4880525"/>
                </a:cubicBezTo>
                <a:lnTo>
                  <a:pt x="4630090" y="4886324"/>
                </a:lnTo>
                <a:lnTo>
                  <a:pt x="4609160" y="4886324"/>
                </a:lnTo>
                <a:lnTo>
                  <a:pt x="4381883" y="4880525"/>
                </a:lnTo>
                <a:cubicBezTo>
                  <a:pt x="2098327" y="4763722"/>
                  <a:pt x="252229" y="2973800"/>
                  <a:pt x="23528" y="701397"/>
                </a:cubicBezTo>
                <a:lnTo>
                  <a:pt x="0" y="231247"/>
                </a:lnTo>
                <a:lnTo>
                  <a:pt x="0" y="211779"/>
                </a:lnTo>
                <a:close/>
              </a:path>
            </a:pathLst>
          </a:custGeom>
        </p:spPr>
        <p:txBody>
          <a:bodyPr wrap="square">
            <a:noAutofit/>
          </a:bodyPr>
          <a:lstStyle>
            <a:lvl1pPr marL="0" indent="0">
              <a:buNone/>
              <a:defRPr sz="1400"/>
            </a:lvl1pPr>
          </a:lstStyle>
          <a:p>
            <a:r>
              <a:rPr lang="en-US"/>
              <a:t>Picture</a:t>
            </a:r>
          </a:p>
        </p:txBody>
      </p:sp>
      <p:sp>
        <p:nvSpPr>
          <p:cNvPr id="2" name="Title 1">
            <a:extLst>
              <a:ext uri="{FF2B5EF4-FFF2-40B4-BE49-F238E27FC236}">
                <a16:creationId xmlns:a16="http://schemas.microsoft.com/office/drawing/2014/main" id="{80169199-FFB3-A890-D12F-AEEC5AB5461B}"/>
              </a:ext>
            </a:extLst>
          </p:cNvPr>
          <p:cNvSpPr>
            <a:spLocks noGrp="1"/>
          </p:cNvSpPr>
          <p:nvPr>
            <p:ph type="title"/>
          </p:nvPr>
        </p:nvSpPr>
        <p:spPr>
          <a:xfrm>
            <a:off x="1883664" y="4498848"/>
            <a:ext cx="8421624" cy="2093976"/>
          </a:xfrm>
        </p:spPr>
        <p:txBody>
          <a:bodyPr>
            <a:noAutofit/>
          </a:bodyPr>
          <a:lstStyle>
            <a:lvl1pPr algn="ctr">
              <a:defRPr sz="7200" b="1" cap="all" spc="300" baseline="0"/>
            </a:lvl1pPr>
          </a:lstStyle>
          <a:p>
            <a:r>
              <a:rPr lang="en-US"/>
              <a:t>Click to edit Master title style</a:t>
            </a:r>
          </a:p>
        </p:txBody>
      </p:sp>
      <p:sp>
        <p:nvSpPr>
          <p:cNvPr id="5" name="Text Placeholder 4">
            <a:extLst>
              <a:ext uri="{FF2B5EF4-FFF2-40B4-BE49-F238E27FC236}">
                <a16:creationId xmlns:a16="http://schemas.microsoft.com/office/drawing/2014/main" id="{1F47E49B-6CDA-9B76-1FAC-07D71D057FAE}"/>
              </a:ext>
            </a:extLst>
          </p:cNvPr>
          <p:cNvSpPr>
            <a:spLocks noGrp="1"/>
          </p:cNvSpPr>
          <p:nvPr>
            <p:ph type="body" sz="quarter" idx="12"/>
          </p:nvPr>
        </p:nvSpPr>
        <p:spPr>
          <a:xfrm rot="16200000">
            <a:off x="-1545336" y="2660904"/>
            <a:ext cx="4645152" cy="1536192"/>
          </a:xfrm>
        </p:spPr>
        <p:txBody>
          <a:bodyPr anchor="ctr">
            <a:normAutofit/>
          </a:bodyPr>
          <a:lstStyle>
            <a:lvl1pPr marL="0" indent="0" algn="ctr">
              <a:buNone/>
              <a:defRPr sz="1400" cap="all" spc="300" baseline="0">
                <a:latin typeface="+mj-lt"/>
              </a:defRPr>
            </a:lvl1pPr>
          </a:lstStyle>
          <a:p>
            <a:pPr lvl="0"/>
            <a:r>
              <a:rPr lang="en-US"/>
              <a:t>Click to edit Master text styles</a:t>
            </a:r>
          </a:p>
        </p:txBody>
      </p:sp>
      <p:sp>
        <p:nvSpPr>
          <p:cNvPr id="7" name="Text Placeholder 4">
            <a:extLst>
              <a:ext uri="{FF2B5EF4-FFF2-40B4-BE49-F238E27FC236}">
                <a16:creationId xmlns:a16="http://schemas.microsoft.com/office/drawing/2014/main" id="{2BC1BC2F-2A80-32D5-E778-25FCC3D3B588}"/>
              </a:ext>
            </a:extLst>
          </p:cNvPr>
          <p:cNvSpPr>
            <a:spLocks noGrp="1"/>
          </p:cNvSpPr>
          <p:nvPr>
            <p:ph type="body" sz="quarter" idx="13"/>
          </p:nvPr>
        </p:nvSpPr>
        <p:spPr>
          <a:xfrm rot="16200000" flipH="1" flipV="1">
            <a:off x="9101328" y="2660904"/>
            <a:ext cx="4645152" cy="1536192"/>
          </a:xfrm>
        </p:spPr>
        <p:txBody>
          <a:bodyPr anchor="ctr">
            <a:normAutofit/>
          </a:bodyPr>
          <a:lstStyle>
            <a:lvl1pPr marL="0" indent="0" algn="ctr">
              <a:buNone/>
              <a:defRPr sz="1400" cap="all" spc="300" baseline="0">
                <a:latin typeface="+mj-lt"/>
              </a:defRPr>
            </a:lvl1pPr>
          </a:lstStyle>
          <a:p>
            <a:pPr lvl="0"/>
            <a:r>
              <a:rPr lang="en-US"/>
              <a:t>Click to edit Master text styles</a:t>
            </a:r>
          </a:p>
        </p:txBody>
      </p:sp>
    </p:spTree>
    <p:extLst>
      <p:ext uri="{BB962C8B-B14F-4D97-AF65-F5344CB8AC3E}">
        <p14:creationId xmlns:p14="http://schemas.microsoft.com/office/powerpoint/2010/main" val="3534434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E89D61-DB67-1495-CBF7-35A7248D711D}"/>
              </a:ext>
            </a:extLst>
          </p:cNvPr>
          <p:cNvSpPr>
            <a:spLocks noGrp="1"/>
          </p:cNvSpPr>
          <p:nvPr>
            <p:ph type="title"/>
          </p:nvPr>
        </p:nvSpPr>
        <p:spPr>
          <a:xfrm>
            <a:off x="832104" y="868680"/>
            <a:ext cx="5266944" cy="1618488"/>
          </a:xfrm>
        </p:spPr>
        <p:txBody>
          <a:bodyPr>
            <a:noAutofit/>
          </a:bodyPr>
          <a:lstStyle>
            <a:lvl1pPr>
              <a:defRPr sz="6000" b="1"/>
            </a:lvl1pPr>
          </a:lstStyle>
          <a:p>
            <a:r>
              <a:rPr lang="en-US"/>
              <a:t>Click to edit Master title style</a:t>
            </a:r>
          </a:p>
        </p:txBody>
      </p:sp>
      <p:sp>
        <p:nvSpPr>
          <p:cNvPr id="6" name="Text Placeholder 5">
            <a:extLst>
              <a:ext uri="{FF2B5EF4-FFF2-40B4-BE49-F238E27FC236}">
                <a16:creationId xmlns:a16="http://schemas.microsoft.com/office/drawing/2014/main" id="{2D0F2D0A-BAAF-2549-FFA2-FEB8BAE1FBC7}"/>
              </a:ext>
            </a:extLst>
          </p:cNvPr>
          <p:cNvSpPr>
            <a:spLocks noGrp="1"/>
          </p:cNvSpPr>
          <p:nvPr>
            <p:ph type="body" sz="quarter" idx="13"/>
          </p:nvPr>
        </p:nvSpPr>
        <p:spPr>
          <a:xfrm>
            <a:off x="1362456" y="2980944"/>
            <a:ext cx="3383280" cy="2752344"/>
          </a:xfrm>
        </p:spPr>
        <p:txBody>
          <a:bodyPr>
            <a:normAutofit/>
          </a:bodyPr>
          <a:lstStyle>
            <a:lvl1pPr marL="0" indent="0">
              <a:lnSpc>
                <a:spcPct val="100000"/>
              </a:lnSpc>
              <a:spcBef>
                <a:spcPts val="0"/>
              </a:spcBef>
              <a:spcAft>
                <a:spcPts val="1800"/>
              </a:spcAft>
              <a:buNone/>
              <a:defRPr sz="1600"/>
            </a:lvl1pPr>
          </a:lstStyle>
          <a:p>
            <a:pPr lvl="0"/>
            <a:r>
              <a:rPr lang="en-US"/>
              <a:t>Click to edit Master text styles</a:t>
            </a:r>
          </a:p>
        </p:txBody>
      </p:sp>
      <p:sp>
        <p:nvSpPr>
          <p:cNvPr id="15" name="Picture Placeholder 14">
            <a:extLst>
              <a:ext uri="{FF2B5EF4-FFF2-40B4-BE49-F238E27FC236}">
                <a16:creationId xmlns:a16="http://schemas.microsoft.com/office/drawing/2014/main" id="{F8CD9A70-8549-CC59-2676-F55CA05BD8B4}"/>
              </a:ext>
            </a:extLst>
          </p:cNvPr>
          <p:cNvSpPr>
            <a:spLocks noGrp="1"/>
          </p:cNvSpPr>
          <p:nvPr>
            <p:ph type="pic" sz="quarter" idx="12" hasCustomPrompt="1"/>
          </p:nvPr>
        </p:nvSpPr>
        <p:spPr>
          <a:xfrm>
            <a:off x="5182717" y="0"/>
            <a:ext cx="5475288" cy="6858000"/>
          </a:xfrm>
          <a:custGeom>
            <a:avLst/>
            <a:gdLst>
              <a:gd name="connsiteX0" fmla="*/ 1725546 w 5475288"/>
              <a:gd name="connsiteY0" fmla="*/ 0 h 6858000"/>
              <a:gd name="connsiteX1" fmla="*/ 5475288 w 5475288"/>
              <a:gd name="connsiteY1" fmla="*/ 0 h 6858000"/>
              <a:gd name="connsiteX2" fmla="*/ 5475288 w 5475288"/>
              <a:gd name="connsiteY2" fmla="*/ 6858000 h 6858000"/>
              <a:gd name="connsiteX3" fmla="*/ 1725545 w 5475288"/>
              <a:gd name="connsiteY3" fmla="*/ 6858000 h 6858000"/>
              <a:gd name="connsiteX4" fmla="*/ 1441507 w 5475288"/>
              <a:gd name="connsiteY4" fmla="*/ 6616491 h 6858000"/>
              <a:gd name="connsiteX5" fmla="*/ 4994 w 5475288"/>
              <a:gd name="connsiteY5" fmla="*/ 3666742 h 6858000"/>
              <a:gd name="connsiteX6" fmla="*/ 0 w 5475288"/>
              <a:gd name="connsiteY6" fmla="*/ 3492199 h 6858000"/>
              <a:gd name="connsiteX7" fmla="*/ 0 w 5475288"/>
              <a:gd name="connsiteY7" fmla="*/ 3365801 h 6858000"/>
              <a:gd name="connsiteX8" fmla="*/ 4994 w 5475288"/>
              <a:gd name="connsiteY8" fmla="*/ 3191258 h 6858000"/>
              <a:gd name="connsiteX9" fmla="*/ 1441507 w 5475288"/>
              <a:gd name="connsiteY9" fmla="*/ 2415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75288" h="6858000">
                <a:moveTo>
                  <a:pt x="1725546" y="0"/>
                </a:moveTo>
                <a:lnTo>
                  <a:pt x="5475288" y="0"/>
                </a:lnTo>
                <a:lnTo>
                  <a:pt x="5475288" y="6858000"/>
                </a:lnTo>
                <a:lnTo>
                  <a:pt x="1725545" y="6858000"/>
                </a:lnTo>
                <a:lnTo>
                  <a:pt x="1441507" y="6616491"/>
                </a:lnTo>
                <a:cubicBezTo>
                  <a:pt x="604936" y="5840934"/>
                  <a:pt x="70475" y="4808520"/>
                  <a:pt x="4994" y="3666742"/>
                </a:cubicBezTo>
                <a:lnTo>
                  <a:pt x="0" y="3492199"/>
                </a:lnTo>
                <a:lnTo>
                  <a:pt x="0" y="3365801"/>
                </a:lnTo>
                <a:lnTo>
                  <a:pt x="4994" y="3191258"/>
                </a:lnTo>
                <a:cubicBezTo>
                  <a:pt x="70475" y="2049480"/>
                  <a:pt x="604936" y="1017067"/>
                  <a:pt x="1441507" y="241510"/>
                </a:cubicBezTo>
                <a:close/>
              </a:path>
            </a:pathLst>
          </a:custGeom>
        </p:spPr>
        <p:txBody>
          <a:bodyPr wrap="square" anchor="ctr">
            <a:noAutofit/>
          </a:bodyPr>
          <a:lstStyle>
            <a:lvl1pPr marL="0" indent="0" algn="ctr">
              <a:buNone/>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Picture</a:t>
            </a:r>
          </a:p>
          <a:p>
            <a:endParaRPr lang="en-US"/>
          </a:p>
        </p:txBody>
      </p:sp>
      <p:sp>
        <p:nvSpPr>
          <p:cNvPr id="10" name="Text Placeholder 9">
            <a:extLst>
              <a:ext uri="{FF2B5EF4-FFF2-40B4-BE49-F238E27FC236}">
                <a16:creationId xmlns:a16="http://schemas.microsoft.com/office/drawing/2014/main" id="{4617BB1C-6202-0017-D4A1-6CF13039DDC2}"/>
              </a:ext>
            </a:extLst>
          </p:cNvPr>
          <p:cNvSpPr>
            <a:spLocks noGrp="1"/>
          </p:cNvSpPr>
          <p:nvPr>
            <p:ph type="body" sz="quarter" idx="14"/>
          </p:nvPr>
        </p:nvSpPr>
        <p:spPr>
          <a:xfrm>
            <a:off x="9863126" y="281264"/>
            <a:ext cx="2328872" cy="6288750"/>
          </a:xfrm>
          <a:custGeom>
            <a:avLst/>
            <a:gdLst>
              <a:gd name="connsiteX0" fmla="*/ 2328872 w 2328872"/>
              <a:gd name="connsiteY0" fmla="*/ 0 h 6288750"/>
              <a:gd name="connsiteX1" fmla="*/ 2328872 w 2328872"/>
              <a:gd name="connsiteY1" fmla="*/ 6288750 h 6288750"/>
              <a:gd name="connsiteX2" fmla="*/ 2032288 w 2328872"/>
              <a:gd name="connsiteY2" fmla="*/ 6162469 h 6288750"/>
              <a:gd name="connsiteX3" fmla="*/ 0 w 2328872"/>
              <a:gd name="connsiteY3" fmla="*/ 3144375 h 6288750"/>
              <a:gd name="connsiteX4" fmla="*/ 2032288 w 2328872"/>
              <a:gd name="connsiteY4" fmla="*/ 126282 h 6288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8872" h="6288750">
                <a:moveTo>
                  <a:pt x="2328872" y="0"/>
                </a:moveTo>
                <a:lnTo>
                  <a:pt x="2328872" y="6288750"/>
                </a:lnTo>
                <a:lnTo>
                  <a:pt x="2032288" y="6162469"/>
                </a:lnTo>
                <a:cubicBezTo>
                  <a:pt x="821766" y="5581235"/>
                  <a:pt x="0" y="4447628"/>
                  <a:pt x="0" y="3144375"/>
                </a:cubicBezTo>
                <a:cubicBezTo>
                  <a:pt x="0" y="1841122"/>
                  <a:pt x="821766" y="707515"/>
                  <a:pt x="2032288" y="126282"/>
                </a:cubicBezTo>
                <a:close/>
              </a:path>
            </a:pathLst>
          </a:cu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0" indent="0">
              <a:buNone/>
              <a:defRPr lang="en-US" sz="1800" dirty="0">
                <a:noFill/>
              </a:defRPr>
            </a:lvl1pPr>
          </a:lstStyle>
          <a:p>
            <a:pPr marL="0" lvl="0" algn="ctr"/>
            <a:r>
              <a:rPr lang="en-US"/>
              <a:t>Click to edit Master text styles</a:t>
            </a:r>
          </a:p>
        </p:txBody>
      </p:sp>
      <p:sp>
        <p:nvSpPr>
          <p:cNvPr id="2" name="Footer Placeholder 1">
            <a:extLst>
              <a:ext uri="{FF2B5EF4-FFF2-40B4-BE49-F238E27FC236}">
                <a16:creationId xmlns:a16="http://schemas.microsoft.com/office/drawing/2014/main" id="{2C895E44-8BB4-22DB-782B-DEDBE96CC513}"/>
              </a:ext>
            </a:extLst>
          </p:cNvPr>
          <p:cNvSpPr>
            <a:spLocks noGrp="1"/>
          </p:cNvSpPr>
          <p:nvPr>
            <p:ph type="ftr" sz="quarter" idx="10"/>
          </p:nvPr>
        </p:nvSpPr>
        <p:spPr/>
        <p:txBody>
          <a:bodyPr/>
          <a:lstStyle/>
          <a:p>
            <a:r>
              <a:rPr lang="en-US"/>
              <a:t>EXPRESSION DETECTION</a:t>
            </a:r>
          </a:p>
        </p:txBody>
      </p:sp>
      <p:sp>
        <p:nvSpPr>
          <p:cNvPr id="3" name="Slide Number Placeholder 2">
            <a:extLst>
              <a:ext uri="{FF2B5EF4-FFF2-40B4-BE49-F238E27FC236}">
                <a16:creationId xmlns:a16="http://schemas.microsoft.com/office/drawing/2014/main" id="{EA7DA117-367E-3E27-5E36-1D9C826A6BFA}"/>
              </a:ext>
            </a:extLst>
          </p:cNvPr>
          <p:cNvSpPr>
            <a:spLocks noGrp="1"/>
          </p:cNvSpPr>
          <p:nvPr>
            <p:ph type="sldNum" sz="quarter" idx="11"/>
          </p:nvPr>
        </p:nvSpPr>
        <p:spPr/>
        <p:txBody>
          <a:bodyPr/>
          <a:lstStyle/>
          <a:p>
            <a:fld id="{0A95BBB0-0295-4C7E-A3D0-2F07981FE8CB}" type="slidenum">
              <a:rPr lang="en-US" smtClean="0"/>
              <a:pPr/>
              <a:t>‹#›</a:t>
            </a:fld>
            <a:endParaRPr lang="en-US"/>
          </a:p>
        </p:txBody>
      </p:sp>
    </p:spTree>
    <p:extLst>
      <p:ext uri="{BB962C8B-B14F-4D97-AF65-F5344CB8AC3E}">
        <p14:creationId xmlns:p14="http://schemas.microsoft.com/office/powerpoint/2010/main" val="1295074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57A7C-B7A1-E1DD-485D-9DC22F942628}"/>
              </a:ext>
            </a:extLst>
          </p:cNvPr>
          <p:cNvSpPr>
            <a:spLocks noGrp="1"/>
          </p:cNvSpPr>
          <p:nvPr>
            <p:ph type="title"/>
          </p:nvPr>
        </p:nvSpPr>
        <p:spPr>
          <a:xfrm>
            <a:off x="832104" y="868680"/>
            <a:ext cx="5266944" cy="1618488"/>
          </a:xfrm>
        </p:spPr>
        <p:txBody>
          <a:bodyPr>
            <a:noAutofit/>
          </a:bodyPr>
          <a:lstStyle>
            <a:lvl1pPr>
              <a:defRPr sz="6000"/>
            </a:lvl1pPr>
          </a:lstStyle>
          <a:p>
            <a:r>
              <a:rPr lang="en-US"/>
              <a:t>Click to edit Master title style</a:t>
            </a:r>
          </a:p>
        </p:txBody>
      </p:sp>
      <p:sp>
        <p:nvSpPr>
          <p:cNvPr id="4" name="Rectangle 3">
            <a:extLst>
              <a:ext uri="{FF2B5EF4-FFF2-40B4-BE49-F238E27FC236}">
                <a16:creationId xmlns:a16="http://schemas.microsoft.com/office/drawing/2014/main" id="{B04B529F-5769-6BEF-E691-6521F4ACDB73}"/>
              </a:ext>
            </a:extLst>
          </p:cNvPr>
          <p:cNvSpPr/>
          <p:nvPr userDrawn="1"/>
        </p:nvSpPr>
        <p:spPr>
          <a:xfrm>
            <a:off x="10658006" y="0"/>
            <a:ext cx="1533994" cy="6236967"/>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3CA7DC2D-7268-8F58-E0C2-6F42E98A5210}"/>
              </a:ext>
            </a:extLst>
          </p:cNvPr>
          <p:cNvSpPr>
            <a:spLocks noGrp="1"/>
          </p:cNvSpPr>
          <p:nvPr>
            <p:ph type="body" sz="quarter" idx="12"/>
          </p:nvPr>
        </p:nvSpPr>
        <p:spPr>
          <a:xfrm>
            <a:off x="1362456" y="2969369"/>
            <a:ext cx="2377440" cy="365760"/>
          </a:xfrm>
        </p:spPr>
        <p:txBody>
          <a:bodyPr>
            <a:noAutofit/>
          </a:bodyPr>
          <a:lstStyle>
            <a:lvl1pPr marL="0" indent="0">
              <a:lnSpc>
                <a:spcPct val="100000"/>
              </a:lnSpc>
              <a:spcBef>
                <a:spcPts val="0"/>
              </a:spcBef>
              <a:buNone/>
              <a:defRPr sz="2400" b="1"/>
            </a:lvl1pPr>
          </a:lstStyle>
          <a:p>
            <a:pPr lvl="0"/>
            <a:r>
              <a:rPr lang="en-US"/>
              <a:t>Click to edit Master text styles</a:t>
            </a:r>
          </a:p>
        </p:txBody>
      </p:sp>
      <p:sp>
        <p:nvSpPr>
          <p:cNvPr id="9" name="Text Placeholder 7">
            <a:extLst>
              <a:ext uri="{FF2B5EF4-FFF2-40B4-BE49-F238E27FC236}">
                <a16:creationId xmlns:a16="http://schemas.microsoft.com/office/drawing/2014/main" id="{F5746E5E-B809-F2FB-1D5F-3DEEAAE3AC82}"/>
              </a:ext>
            </a:extLst>
          </p:cNvPr>
          <p:cNvSpPr>
            <a:spLocks noGrp="1"/>
          </p:cNvSpPr>
          <p:nvPr>
            <p:ph type="body" sz="quarter" idx="13"/>
          </p:nvPr>
        </p:nvSpPr>
        <p:spPr>
          <a:xfrm>
            <a:off x="1362455" y="3588730"/>
            <a:ext cx="2377440" cy="2140559"/>
          </a:xfrm>
        </p:spPr>
        <p:txBody>
          <a:bodyPr>
            <a:noAutofit/>
          </a:bodyPr>
          <a:lstStyle>
            <a:lvl1pPr marL="0" indent="0">
              <a:lnSpc>
                <a:spcPct val="100000"/>
              </a:lnSpc>
              <a:spcBef>
                <a:spcPts val="0"/>
              </a:spcBef>
              <a:buNone/>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CFC4C214-B21B-2FE4-2CFB-E32D144AAC8C}"/>
              </a:ext>
            </a:extLst>
          </p:cNvPr>
          <p:cNvSpPr>
            <a:spLocks noGrp="1"/>
          </p:cNvSpPr>
          <p:nvPr>
            <p:ph type="body" sz="quarter" idx="14"/>
          </p:nvPr>
        </p:nvSpPr>
        <p:spPr>
          <a:xfrm>
            <a:off x="4480560" y="2969369"/>
            <a:ext cx="2377440" cy="365760"/>
          </a:xfrm>
        </p:spPr>
        <p:txBody>
          <a:bodyPr>
            <a:noAutofit/>
          </a:bodyPr>
          <a:lstStyle>
            <a:lvl1pPr marL="0" indent="0">
              <a:lnSpc>
                <a:spcPct val="100000"/>
              </a:lnSpc>
              <a:spcBef>
                <a:spcPts val="0"/>
              </a:spcBef>
              <a:buNone/>
              <a:defRPr sz="2400" b="1"/>
            </a:lvl1pPr>
          </a:lstStyle>
          <a:p>
            <a:pPr lvl="0"/>
            <a:r>
              <a:rPr lang="en-US"/>
              <a:t>Click to edit Master text styles</a:t>
            </a:r>
          </a:p>
        </p:txBody>
      </p:sp>
      <p:sp>
        <p:nvSpPr>
          <p:cNvPr id="11" name="Text Placeholder 7">
            <a:extLst>
              <a:ext uri="{FF2B5EF4-FFF2-40B4-BE49-F238E27FC236}">
                <a16:creationId xmlns:a16="http://schemas.microsoft.com/office/drawing/2014/main" id="{4BCB0423-26CC-1866-36D6-417CE8478E0B}"/>
              </a:ext>
            </a:extLst>
          </p:cNvPr>
          <p:cNvSpPr>
            <a:spLocks noGrp="1"/>
          </p:cNvSpPr>
          <p:nvPr>
            <p:ph type="body" sz="quarter" idx="15"/>
          </p:nvPr>
        </p:nvSpPr>
        <p:spPr>
          <a:xfrm>
            <a:off x="4480560" y="3588730"/>
            <a:ext cx="2377440" cy="2140559"/>
          </a:xfrm>
        </p:spPr>
        <p:txBody>
          <a:bodyPr>
            <a:noAutofit/>
          </a:bodyPr>
          <a:lstStyle>
            <a:lvl1pPr marL="0" indent="0">
              <a:lnSpc>
                <a:spcPct val="100000"/>
              </a:lnSpc>
              <a:spcBef>
                <a:spcPts val="0"/>
              </a:spcBef>
              <a:buNone/>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C91F37E2-352A-E656-2B44-10A08B806693}"/>
              </a:ext>
            </a:extLst>
          </p:cNvPr>
          <p:cNvSpPr>
            <a:spLocks noGrp="1"/>
          </p:cNvSpPr>
          <p:nvPr>
            <p:ph type="body" sz="quarter" idx="16"/>
          </p:nvPr>
        </p:nvSpPr>
        <p:spPr>
          <a:xfrm>
            <a:off x="7589520" y="2969369"/>
            <a:ext cx="2377440" cy="365760"/>
          </a:xfrm>
        </p:spPr>
        <p:txBody>
          <a:bodyPr>
            <a:noAutofit/>
          </a:bodyPr>
          <a:lstStyle>
            <a:lvl1pPr marL="0" indent="0">
              <a:lnSpc>
                <a:spcPct val="100000"/>
              </a:lnSpc>
              <a:spcBef>
                <a:spcPts val="0"/>
              </a:spcBef>
              <a:buNone/>
              <a:defRPr sz="2400" b="1"/>
            </a:lvl1pPr>
          </a:lstStyle>
          <a:p>
            <a:pPr lvl="0"/>
            <a:r>
              <a:rPr lang="en-US"/>
              <a:t>Click to edit Master text styles</a:t>
            </a:r>
          </a:p>
        </p:txBody>
      </p:sp>
      <p:sp>
        <p:nvSpPr>
          <p:cNvPr id="13" name="Text Placeholder 7">
            <a:extLst>
              <a:ext uri="{FF2B5EF4-FFF2-40B4-BE49-F238E27FC236}">
                <a16:creationId xmlns:a16="http://schemas.microsoft.com/office/drawing/2014/main" id="{5A963E94-81AE-19CC-DF83-6111A2B4F3DB}"/>
              </a:ext>
            </a:extLst>
          </p:cNvPr>
          <p:cNvSpPr>
            <a:spLocks noGrp="1"/>
          </p:cNvSpPr>
          <p:nvPr>
            <p:ph type="body" sz="quarter" idx="17"/>
          </p:nvPr>
        </p:nvSpPr>
        <p:spPr>
          <a:xfrm>
            <a:off x="7589520" y="3588730"/>
            <a:ext cx="2377440" cy="2140559"/>
          </a:xfrm>
        </p:spPr>
        <p:txBody>
          <a:bodyPr>
            <a:noAutofit/>
          </a:bodyPr>
          <a:lstStyle>
            <a:lvl1pPr marL="0" indent="0">
              <a:lnSpc>
                <a:spcPct val="100000"/>
              </a:lnSpc>
              <a:spcBef>
                <a:spcPts val="0"/>
              </a:spcBef>
              <a:buNone/>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reeform 9">
            <a:extLst>
              <a:ext uri="{FF2B5EF4-FFF2-40B4-BE49-F238E27FC236}">
                <a16:creationId xmlns:a16="http://schemas.microsoft.com/office/drawing/2014/main" id="{172931EA-341C-999B-DB4A-D602BB175D6B}"/>
              </a:ext>
            </a:extLst>
          </p:cNvPr>
          <p:cNvSpPr/>
          <p:nvPr userDrawn="1"/>
        </p:nvSpPr>
        <p:spPr>
          <a:xfrm rot="10800000" flipV="1">
            <a:off x="5903249" y="0"/>
            <a:ext cx="6288750" cy="2328873"/>
          </a:xfrm>
          <a:custGeom>
            <a:avLst/>
            <a:gdLst>
              <a:gd name="connsiteX0" fmla="*/ 0 w 6288750"/>
              <a:gd name="connsiteY0" fmla="*/ 0 h 2328873"/>
              <a:gd name="connsiteX1" fmla="*/ 6288750 w 6288750"/>
              <a:gd name="connsiteY1" fmla="*/ 0 h 2328873"/>
              <a:gd name="connsiteX2" fmla="*/ 6162469 w 6288750"/>
              <a:gd name="connsiteY2" fmla="*/ 296585 h 2328873"/>
              <a:gd name="connsiteX3" fmla="*/ 3144375 w 6288750"/>
              <a:gd name="connsiteY3" fmla="*/ 2328873 h 2328873"/>
              <a:gd name="connsiteX4" fmla="*/ 126282 w 6288750"/>
              <a:gd name="connsiteY4" fmla="*/ 296585 h 2328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8750" h="2328873">
                <a:moveTo>
                  <a:pt x="0" y="0"/>
                </a:moveTo>
                <a:lnTo>
                  <a:pt x="6288750" y="0"/>
                </a:lnTo>
                <a:lnTo>
                  <a:pt x="6162469" y="296585"/>
                </a:lnTo>
                <a:cubicBezTo>
                  <a:pt x="5581235" y="1507107"/>
                  <a:pt x="4447628" y="2328873"/>
                  <a:pt x="3144375" y="2328873"/>
                </a:cubicBezTo>
                <a:cubicBezTo>
                  <a:pt x="1841122" y="2328873"/>
                  <a:pt x="707515" y="1507107"/>
                  <a:pt x="126282" y="296585"/>
                </a:cubicBezTo>
                <a:close/>
              </a:path>
            </a:pathLst>
          </a:cu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id="{6EA7790D-787D-B16D-4F53-AF0F195555CA}"/>
              </a:ext>
            </a:extLst>
          </p:cNvPr>
          <p:cNvSpPr>
            <a:spLocks noGrp="1"/>
          </p:cNvSpPr>
          <p:nvPr>
            <p:ph type="ftr" sz="quarter" idx="10"/>
          </p:nvPr>
        </p:nvSpPr>
        <p:spPr/>
        <p:txBody>
          <a:bodyPr/>
          <a:lstStyle/>
          <a:p>
            <a:r>
              <a:rPr lang="en-US"/>
              <a:t>EXPRESSION DETECTION</a:t>
            </a:r>
          </a:p>
        </p:txBody>
      </p:sp>
      <p:sp>
        <p:nvSpPr>
          <p:cNvPr id="6" name="Slide Number Placeholder 5">
            <a:extLst>
              <a:ext uri="{FF2B5EF4-FFF2-40B4-BE49-F238E27FC236}">
                <a16:creationId xmlns:a16="http://schemas.microsoft.com/office/drawing/2014/main" id="{F9961C4E-0427-2EE8-F054-700072354C6B}"/>
              </a:ext>
            </a:extLst>
          </p:cNvPr>
          <p:cNvSpPr>
            <a:spLocks noGrp="1"/>
          </p:cNvSpPr>
          <p:nvPr>
            <p:ph type="sldNum" sz="quarter" idx="11"/>
          </p:nvPr>
        </p:nvSpPr>
        <p:spPr/>
        <p:txBody>
          <a:bodyPr/>
          <a:lstStyle/>
          <a:p>
            <a:fld id="{0A95BBB0-0295-4C7E-A3D0-2F07981FE8CB}" type="slidenum">
              <a:rPr lang="en-US" smtClean="0"/>
              <a:pPr/>
              <a:t>‹#›</a:t>
            </a:fld>
            <a:endParaRPr lang="en-US"/>
          </a:p>
        </p:txBody>
      </p:sp>
    </p:spTree>
    <p:extLst>
      <p:ext uri="{BB962C8B-B14F-4D97-AF65-F5344CB8AC3E}">
        <p14:creationId xmlns:p14="http://schemas.microsoft.com/office/powerpoint/2010/main" val="853136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26CDC0-74A8-24CD-126B-619B55F74DCB}"/>
              </a:ext>
            </a:extLst>
          </p:cNvPr>
          <p:cNvSpPr/>
          <p:nvPr userDrawn="1"/>
        </p:nvSpPr>
        <p:spPr>
          <a:xfrm>
            <a:off x="6096001" y="0"/>
            <a:ext cx="6096000" cy="6858000"/>
          </a:xfrm>
          <a:prstGeom prst="rect">
            <a:avLst/>
          </a:prstGeom>
          <a:solidFill>
            <a:schemeClr val="accent1">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0A3124-A555-144B-C9C1-76ED1C559B5F}"/>
              </a:ext>
            </a:extLst>
          </p:cNvPr>
          <p:cNvSpPr>
            <a:spLocks noGrp="1"/>
          </p:cNvSpPr>
          <p:nvPr>
            <p:ph type="title"/>
          </p:nvPr>
        </p:nvSpPr>
        <p:spPr>
          <a:xfrm rot="16200000">
            <a:off x="-2395727" y="2395726"/>
            <a:ext cx="6858000" cy="2066544"/>
          </a:xfrm>
        </p:spPr>
        <p:txBody>
          <a:bodyPr anchor="ctr">
            <a:noAutofit/>
          </a:bodyPr>
          <a:lstStyle>
            <a:lvl1pPr algn="ctr">
              <a:defRPr sz="6000"/>
            </a:lvl1pPr>
          </a:lstStyle>
          <a:p>
            <a:r>
              <a:rPr lang="en-US"/>
              <a:t>Click to edit Master title style</a:t>
            </a:r>
          </a:p>
        </p:txBody>
      </p:sp>
      <p:sp>
        <p:nvSpPr>
          <p:cNvPr id="10" name="Picture Placeholder 8">
            <a:extLst>
              <a:ext uri="{FF2B5EF4-FFF2-40B4-BE49-F238E27FC236}">
                <a16:creationId xmlns:a16="http://schemas.microsoft.com/office/drawing/2014/main" id="{5BC9B14B-4B74-B448-4A06-570EEE2ECFF5}"/>
              </a:ext>
            </a:extLst>
          </p:cNvPr>
          <p:cNvSpPr>
            <a:spLocks noGrp="1"/>
          </p:cNvSpPr>
          <p:nvPr>
            <p:ph type="pic" sz="quarter" idx="10"/>
          </p:nvPr>
        </p:nvSpPr>
        <p:spPr>
          <a:xfrm>
            <a:off x="2066925" y="606425"/>
            <a:ext cx="8161338" cy="5645150"/>
          </a:xfrm>
        </p:spPr>
        <p:txBody>
          <a:bodyPr anchor="ctr"/>
          <a:lstStyle>
            <a:lvl1pPr marL="0" indent="0" algn="ctr">
              <a:buNone/>
              <a:defRPr/>
            </a:lvl1pPr>
          </a:lstStyle>
          <a:p>
            <a:endParaRPr lang="en-US"/>
          </a:p>
        </p:txBody>
      </p:sp>
      <p:sp>
        <p:nvSpPr>
          <p:cNvPr id="12" name="Text Placeholder 11">
            <a:extLst>
              <a:ext uri="{FF2B5EF4-FFF2-40B4-BE49-F238E27FC236}">
                <a16:creationId xmlns:a16="http://schemas.microsoft.com/office/drawing/2014/main" id="{59080C07-DA0E-40A9-A6C9-FEAA64B274B0}"/>
              </a:ext>
            </a:extLst>
          </p:cNvPr>
          <p:cNvSpPr>
            <a:spLocks noGrp="1"/>
          </p:cNvSpPr>
          <p:nvPr>
            <p:ph type="body" sz="quarter" idx="14"/>
          </p:nvPr>
        </p:nvSpPr>
        <p:spPr>
          <a:xfrm>
            <a:off x="9863126" y="281264"/>
            <a:ext cx="2328872" cy="6288750"/>
          </a:xfrm>
          <a:custGeom>
            <a:avLst/>
            <a:gdLst>
              <a:gd name="connsiteX0" fmla="*/ 2328872 w 2328872"/>
              <a:gd name="connsiteY0" fmla="*/ 0 h 6288750"/>
              <a:gd name="connsiteX1" fmla="*/ 2328872 w 2328872"/>
              <a:gd name="connsiteY1" fmla="*/ 6288750 h 6288750"/>
              <a:gd name="connsiteX2" fmla="*/ 2032288 w 2328872"/>
              <a:gd name="connsiteY2" fmla="*/ 6162469 h 6288750"/>
              <a:gd name="connsiteX3" fmla="*/ 0 w 2328872"/>
              <a:gd name="connsiteY3" fmla="*/ 3144375 h 6288750"/>
              <a:gd name="connsiteX4" fmla="*/ 2032288 w 2328872"/>
              <a:gd name="connsiteY4" fmla="*/ 126282 h 6288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8872" h="6288750">
                <a:moveTo>
                  <a:pt x="2328872" y="0"/>
                </a:moveTo>
                <a:lnTo>
                  <a:pt x="2328872" y="6288750"/>
                </a:lnTo>
                <a:lnTo>
                  <a:pt x="2032288" y="6162469"/>
                </a:lnTo>
                <a:cubicBezTo>
                  <a:pt x="821766" y="5581235"/>
                  <a:pt x="0" y="4447628"/>
                  <a:pt x="0" y="3144375"/>
                </a:cubicBezTo>
                <a:cubicBezTo>
                  <a:pt x="0" y="1841122"/>
                  <a:pt x="821766" y="707515"/>
                  <a:pt x="2032288" y="126282"/>
                </a:cubicBezTo>
                <a:close/>
              </a:path>
            </a:pathLst>
          </a:cu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defRPr lang="en-US" sz="1800" dirty="0">
                <a:noFill/>
              </a:defRPr>
            </a:lvl1pPr>
          </a:lstStyle>
          <a:p>
            <a:pPr marL="0" lvl="0" algn="ctr"/>
            <a:r>
              <a:rPr lang="en-US"/>
              <a:t>Click to edit Master text styles</a:t>
            </a:r>
          </a:p>
        </p:txBody>
      </p:sp>
    </p:spTree>
    <p:extLst>
      <p:ext uri="{BB962C8B-B14F-4D97-AF65-F5344CB8AC3E}">
        <p14:creationId xmlns:p14="http://schemas.microsoft.com/office/powerpoint/2010/main" val="3992566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picture collage">
    <p:spTree>
      <p:nvGrpSpPr>
        <p:cNvPr id="1" name=""/>
        <p:cNvGrpSpPr/>
        <p:nvPr/>
      </p:nvGrpSpPr>
      <p:grpSpPr>
        <a:xfrm>
          <a:off x="0" y="0"/>
          <a:ext cx="0" cy="0"/>
          <a:chOff x="0" y="0"/>
          <a:chExt cx="0" cy="0"/>
        </a:xfrm>
      </p:grpSpPr>
      <p:sp>
        <p:nvSpPr>
          <p:cNvPr id="24" name="Picture Placeholder 4">
            <a:extLst>
              <a:ext uri="{FF2B5EF4-FFF2-40B4-BE49-F238E27FC236}">
                <a16:creationId xmlns:a16="http://schemas.microsoft.com/office/drawing/2014/main" id="{8B42AE4D-7E8A-373B-826E-ED8767EF67F5}"/>
              </a:ext>
            </a:extLst>
          </p:cNvPr>
          <p:cNvSpPr>
            <a:spLocks noGrp="1"/>
          </p:cNvSpPr>
          <p:nvPr>
            <p:ph type="pic" sz="quarter" idx="16" hasCustomPrompt="1"/>
          </p:nvPr>
        </p:nvSpPr>
        <p:spPr>
          <a:xfrm>
            <a:off x="723900" y="0"/>
            <a:ext cx="4958327" cy="6858000"/>
          </a:xfrm>
          <a:noFill/>
          <a:ln>
            <a:noFill/>
          </a:ln>
        </p:spPr>
        <p:txBody>
          <a:bodyPr>
            <a:normAutofit/>
          </a:bodyPr>
          <a:lstStyle>
            <a:lvl1pPr marL="0" indent="0">
              <a:buNone/>
              <a:defRPr sz="1400"/>
            </a:lvl1pPr>
          </a:lstStyle>
          <a:p>
            <a:r>
              <a:rPr lang="en-US"/>
              <a:t>Picture</a:t>
            </a:r>
          </a:p>
        </p:txBody>
      </p:sp>
      <p:sp>
        <p:nvSpPr>
          <p:cNvPr id="23" name="Picture Placeholder 4">
            <a:extLst>
              <a:ext uri="{FF2B5EF4-FFF2-40B4-BE49-F238E27FC236}">
                <a16:creationId xmlns:a16="http://schemas.microsoft.com/office/drawing/2014/main" id="{4A1ACA1B-89B4-3605-1B5E-989DDF75BB28}"/>
              </a:ext>
            </a:extLst>
          </p:cNvPr>
          <p:cNvSpPr>
            <a:spLocks noGrp="1"/>
          </p:cNvSpPr>
          <p:nvPr>
            <p:ph type="pic" sz="quarter" idx="15" hasCustomPrompt="1"/>
          </p:nvPr>
        </p:nvSpPr>
        <p:spPr>
          <a:xfrm>
            <a:off x="5682223" y="0"/>
            <a:ext cx="4217586" cy="3429000"/>
          </a:xfrm>
          <a:noFill/>
          <a:ln>
            <a:noFill/>
          </a:ln>
        </p:spPr>
        <p:txBody>
          <a:bodyPr>
            <a:normAutofit/>
          </a:bodyPr>
          <a:lstStyle>
            <a:lvl1pPr marL="0" indent="0">
              <a:buNone/>
              <a:defRPr sz="1400"/>
            </a:lvl1pPr>
          </a:lstStyle>
          <a:p>
            <a:r>
              <a:rPr lang="en-US"/>
              <a:t>Picture</a:t>
            </a:r>
          </a:p>
        </p:txBody>
      </p:sp>
      <p:sp>
        <p:nvSpPr>
          <p:cNvPr id="25" name="Picture Placeholder 4">
            <a:extLst>
              <a:ext uri="{FF2B5EF4-FFF2-40B4-BE49-F238E27FC236}">
                <a16:creationId xmlns:a16="http://schemas.microsoft.com/office/drawing/2014/main" id="{ED78AD93-CCB0-81FB-63C1-2DA4A0910147}"/>
              </a:ext>
            </a:extLst>
          </p:cNvPr>
          <p:cNvSpPr>
            <a:spLocks noGrp="1"/>
          </p:cNvSpPr>
          <p:nvPr>
            <p:ph type="pic" sz="quarter" idx="17" hasCustomPrompt="1"/>
          </p:nvPr>
        </p:nvSpPr>
        <p:spPr>
          <a:xfrm>
            <a:off x="5682226" y="3429000"/>
            <a:ext cx="4975778" cy="3429000"/>
          </a:xfrm>
          <a:noFill/>
          <a:ln>
            <a:noFill/>
          </a:ln>
        </p:spPr>
        <p:txBody>
          <a:bodyPr>
            <a:normAutofit/>
          </a:bodyPr>
          <a:lstStyle>
            <a:lvl1pPr marL="0" indent="0">
              <a:buNone/>
              <a:defRPr sz="1400"/>
            </a:lvl1pPr>
          </a:lstStyle>
          <a:p>
            <a:r>
              <a:rPr lang="en-US"/>
              <a:t>Picture</a:t>
            </a:r>
          </a:p>
        </p:txBody>
      </p:sp>
      <p:sp>
        <p:nvSpPr>
          <p:cNvPr id="8" name="Footer Placeholder 7">
            <a:extLst>
              <a:ext uri="{FF2B5EF4-FFF2-40B4-BE49-F238E27FC236}">
                <a16:creationId xmlns:a16="http://schemas.microsoft.com/office/drawing/2014/main" id="{6691AF1A-6C7B-7317-A57A-9AC2D3263C7F}"/>
              </a:ext>
            </a:extLst>
          </p:cNvPr>
          <p:cNvSpPr>
            <a:spLocks noGrp="1"/>
          </p:cNvSpPr>
          <p:nvPr>
            <p:ph type="ftr" sz="quarter" idx="10"/>
          </p:nvPr>
        </p:nvSpPr>
        <p:spPr/>
        <p:txBody>
          <a:bodyPr/>
          <a:lstStyle/>
          <a:p>
            <a:r>
              <a:rPr lang="en-US"/>
              <a:t>EXPRESSION DETECTION</a:t>
            </a:r>
          </a:p>
        </p:txBody>
      </p:sp>
      <p:sp>
        <p:nvSpPr>
          <p:cNvPr id="9" name="Slide Number Placeholder 8">
            <a:extLst>
              <a:ext uri="{FF2B5EF4-FFF2-40B4-BE49-F238E27FC236}">
                <a16:creationId xmlns:a16="http://schemas.microsoft.com/office/drawing/2014/main" id="{8D89F7D8-61EE-A54C-854D-B610FC9B2ED9}"/>
              </a:ext>
            </a:extLst>
          </p:cNvPr>
          <p:cNvSpPr>
            <a:spLocks noGrp="1"/>
          </p:cNvSpPr>
          <p:nvPr>
            <p:ph type="sldNum" sz="quarter" idx="11"/>
          </p:nvPr>
        </p:nvSpPr>
        <p:spPr/>
        <p:txBody>
          <a:bodyPr/>
          <a:lstStyle/>
          <a:p>
            <a:fld id="{0A95BBB0-0295-4C7E-A3D0-2F07981FE8CB}" type="slidenum">
              <a:rPr lang="en-US" smtClean="0"/>
              <a:pPr/>
              <a:t>‹#›</a:t>
            </a:fld>
            <a:endParaRPr lang="en-US"/>
          </a:p>
        </p:txBody>
      </p:sp>
      <p:sp>
        <p:nvSpPr>
          <p:cNvPr id="14" name="Rectangle 13">
            <a:extLst>
              <a:ext uri="{FF2B5EF4-FFF2-40B4-BE49-F238E27FC236}">
                <a16:creationId xmlns:a16="http://schemas.microsoft.com/office/drawing/2014/main" id="{925CFEFC-EFB5-3B4F-6F4A-34BD6260A636}"/>
              </a:ext>
            </a:extLst>
          </p:cNvPr>
          <p:cNvSpPr/>
          <p:nvPr userDrawn="1"/>
        </p:nvSpPr>
        <p:spPr>
          <a:xfrm>
            <a:off x="0" y="0"/>
            <a:ext cx="740745"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95BCA1-704F-DB29-FA0F-C5A61648FBA8}"/>
              </a:ext>
            </a:extLst>
          </p:cNvPr>
          <p:cNvSpPr/>
          <p:nvPr userDrawn="1"/>
        </p:nvSpPr>
        <p:spPr>
          <a:xfrm>
            <a:off x="9897797" y="3219"/>
            <a:ext cx="760207" cy="3429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4591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BA4F1A-2B20-5C9F-65AA-33D7C1FC6863}"/>
              </a:ext>
            </a:extLst>
          </p:cNvPr>
          <p:cNvSpPr/>
          <p:nvPr userDrawn="1"/>
        </p:nvSpPr>
        <p:spPr>
          <a:xfrm>
            <a:off x="6096001"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026CDC0-74A8-24CD-126B-619B55F74DCB}"/>
              </a:ext>
            </a:extLst>
          </p:cNvPr>
          <p:cNvSpPr/>
          <p:nvPr userDrawn="1"/>
        </p:nvSpPr>
        <p:spPr>
          <a:xfrm>
            <a:off x="6096001"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8">
            <a:extLst>
              <a:ext uri="{FF2B5EF4-FFF2-40B4-BE49-F238E27FC236}">
                <a16:creationId xmlns:a16="http://schemas.microsoft.com/office/drawing/2014/main" id="{5BC9B14B-4B74-B448-4A06-570EEE2ECFF5}"/>
              </a:ext>
            </a:extLst>
          </p:cNvPr>
          <p:cNvSpPr>
            <a:spLocks noGrp="1"/>
          </p:cNvSpPr>
          <p:nvPr>
            <p:ph type="pic" sz="quarter" idx="10"/>
          </p:nvPr>
        </p:nvSpPr>
        <p:spPr>
          <a:xfrm>
            <a:off x="621792" y="606425"/>
            <a:ext cx="8161338" cy="5645150"/>
          </a:xfrm>
        </p:spPr>
        <p:txBody>
          <a:bodyPr anchor="ctr"/>
          <a:lstStyle>
            <a:lvl1pPr marL="0" indent="0" algn="ctr">
              <a:buNone/>
              <a:defRPr/>
            </a:lvl1pPr>
          </a:lstStyle>
          <a:p>
            <a:endParaRPr lang="en-US"/>
          </a:p>
        </p:txBody>
      </p:sp>
      <p:sp>
        <p:nvSpPr>
          <p:cNvPr id="2" name="Title 1">
            <a:extLst>
              <a:ext uri="{FF2B5EF4-FFF2-40B4-BE49-F238E27FC236}">
                <a16:creationId xmlns:a16="http://schemas.microsoft.com/office/drawing/2014/main" id="{F50A3124-A555-144B-C9C1-76ED1C559B5F}"/>
              </a:ext>
            </a:extLst>
          </p:cNvPr>
          <p:cNvSpPr>
            <a:spLocks noGrp="1"/>
          </p:cNvSpPr>
          <p:nvPr>
            <p:ph type="title"/>
          </p:nvPr>
        </p:nvSpPr>
        <p:spPr>
          <a:xfrm>
            <a:off x="6147816" y="4187952"/>
            <a:ext cx="6044184" cy="2066544"/>
          </a:xfrm>
        </p:spPr>
        <p:txBody>
          <a:bodyPr anchor="ctr">
            <a:noAutofit/>
          </a:bodyPr>
          <a:lstStyle>
            <a:lvl1pPr algn="ctr">
              <a:defRPr sz="6000"/>
            </a:lvl1pPr>
          </a:lstStyle>
          <a:p>
            <a:r>
              <a:rPr lang="en-US"/>
              <a:t>Click to edit Master title style</a:t>
            </a:r>
          </a:p>
        </p:txBody>
      </p:sp>
      <p:sp>
        <p:nvSpPr>
          <p:cNvPr id="14" name="Text Placeholder 13">
            <a:extLst>
              <a:ext uri="{FF2B5EF4-FFF2-40B4-BE49-F238E27FC236}">
                <a16:creationId xmlns:a16="http://schemas.microsoft.com/office/drawing/2014/main" id="{BF1AD0C1-723A-B5D7-972E-ED8FE78335FB}"/>
              </a:ext>
            </a:extLst>
          </p:cNvPr>
          <p:cNvSpPr>
            <a:spLocks noGrp="1"/>
          </p:cNvSpPr>
          <p:nvPr>
            <p:ph type="body" sz="quarter" idx="12"/>
          </p:nvPr>
        </p:nvSpPr>
        <p:spPr>
          <a:xfrm>
            <a:off x="624144" y="4529128"/>
            <a:ext cx="6288750" cy="2328873"/>
          </a:xfrm>
          <a:custGeom>
            <a:avLst/>
            <a:gdLst>
              <a:gd name="connsiteX0" fmla="*/ 3144375 w 6288750"/>
              <a:gd name="connsiteY0" fmla="*/ 0 h 2328873"/>
              <a:gd name="connsiteX1" fmla="*/ 6162468 w 6288750"/>
              <a:gd name="connsiteY1" fmla="*/ 2032288 h 2328873"/>
              <a:gd name="connsiteX2" fmla="*/ 6288750 w 6288750"/>
              <a:gd name="connsiteY2" fmla="*/ 2328873 h 2328873"/>
              <a:gd name="connsiteX3" fmla="*/ 0 w 6288750"/>
              <a:gd name="connsiteY3" fmla="*/ 2328873 h 2328873"/>
              <a:gd name="connsiteX4" fmla="*/ 126281 w 6288750"/>
              <a:gd name="connsiteY4" fmla="*/ 2032288 h 2328873"/>
              <a:gd name="connsiteX5" fmla="*/ 3144375 w 6288750"/>
              <a:gd name="connsiteY5" fmla="*/ 0 h 2328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88750" h="2328873">
                <a:moveTo>
                  <a:pt x="3144375" y="0"/>
                </a:moveTo>
                <a:cubicBezTo>
                  <a:pt x="4447628" y="0"/>
                  <a:pt x="5581235" y="821766"/>
                  <a:pt x="6162468" y="2032288"/>
                </a:cubicBezTo>
                <a:lnTo>
                  <a:pt x="6288750" y="2328873"/>
                </a:lnTo>
                <a:lnTo>
                  <a:pt x="0" y="2328873"/>
                </a:lnTo>
                <a:lnTo>
                  <a:pt x="126281" y="2032288"/>
                </a:lnTo>
                <a:cubicBezTo>
                  <a:pt x="707515" y="821766"/>
                  <a:pt x="1841122" y="0"/>
                  <a:pt x="3144375" y="0"/>
                </a:cubicBezTo>
                <a:close/>
              </a:path>
            </a:pathLst>
          </a:custGeom>
          <a:solidFill>
            <a:schemeClr val="accent3">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0" indent="0">
              <a:buNone/>
              <a:defRPr lang="en-US" sz="1800" smtClean="0">
                <a:no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US">
                <a:solidFill>
                  <a:schemeClr val="lt1"/>
                </a:solidFill>
              </a:defRPr>
            </a:lvl5pPr>
          </a:lstStyle>
          <a:p>
            <a:pPr marL="0" lvl="0" algn="ctr"/>
            <a:r>
              <a:rPr lang="en-US"/>
              <a:t>Click to edit Master text styles</a:t>
            </a:r>
          </a:p>
        </p:txBody>
      </p:sp>
    </p:spTree>
    <p:extLst>
      <p:ext uri="{BB962C8B-B14F-4D97-AF65-F5344CB8AC3E}">
        <p14:creationId xmlns:p14="http://schemas.microsoft.com/office/powerpoint/2010/main" val="1265804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picture collage">
    <p:spTree>
      <p:nvGrpSpPr>
        <p:cNvPr id="1" name=""/>
        <p:cNvGrpSpPr/>
        <p:nvPr/>
      </p:nvGrpSpPr>
      <p:grpSpPr>
        <a:xfrm>
          <a:off x="0" y="0"/>
          <a:ext cx="0" cy="0"/>
          <a:chOff x="0" y="0"/>
          <a:chExt cx="0" cy="0"/>
        </a:xfrm>
      </p:grpSpPr>
      <p:sp>
        <p:nvSpPr>
          <p:cNvPr id="21" name="Picture Placeholder 4">
            <a:extLst>
              <a:ext uri="{FF2B5EF4-FFF2-40B4-BE49-F238E27FC236}">
                <a16:creationId xmlns:a16="http://schemas.microsoft.com/office/drawing/2014/main" id="{A6C26FE2-0F48-4B22-73F2-03C638093094}"/>
              </a:ext>
            </a:extLst>
          </p:cNvPr>
          <p:cNvSpPr>
            <a:spLocks noGrp="1"/>
          </p:cNvSpPr>
          <p:nvPr>
            <p:ph type="pic" sz="quarter" idx="14" hasCustomPrompt="1"/>
          </p:nvPr>
        </p:nvSpPr>
        <p:spPr>
          <a:xfrm>
            <a:off x="-1" y="0"/>
            <a:ext cx="5324981" cy="3429000"/>
          </a:xfrm>
          <a:noFill/>
          <a:ln>
            <a:noFill/>
          </a:ln>
        </p:spPr>
        <p:txBody>
          <a:bodyPr>
            <a:normAutofit/>
          </a:bodyPr>
          <a:lstStyle>
            <a:lvl1pPr marL="0" indent="0">
              <a:buNone/>
              <a:defRPr sz="1400"/>
            </a:lvl1pPr>
          </a:lstStyle>
          <a:p>
            <a:r>
              <a:rPr lang="en-US"/>
              <a:t>Picture</a:t>
            </a:r>
          </a:p>
        </p:txBody>
      </p:sp>
      <p:sp>
        <p:nvSpPr>
          <p:cNvPr id="23" name="Picture Placeholder 4">
            <a:extLst>
              <a:ext uri="{FF2B5EF4-FFF2-40B4-BE49-F238E27FC236}">
                <a16:creationId xmlns:a16="http://schemas.microsoft.com/office/drawing/2014/main" id="{E99A534A-A8D8-778B-D1BE-5D75A5661063}"/>
              </a:ext>
            </a:extLst>
          </p:cNvPr>
          <p:cNvSpPr>
            <a:spLocks noGrp="1"/>
          </p:cNvSpPr>
          <p:nvPr>
            <p:ph type="pic" sz="quarter" idx="16" hasCustomPrompt="1"/>
          </p:nvPr>
        </p:nvSpPr>
        <p:spPr>
          <a:xfrm>
            <a:off x="-1" y="3429000"/>
            <a:ext cx="5324981" cy="3429000"/>
          </a:xfrm>
          <a:noFill/>
          <a:ln>
            <a:noFill/>
          </a:ln>
        </p:spPr>
        <p:txBody>
          <a:bodyPr>
            <a:normAutofit/>
          </a:bodyPr>
          <a:lstStyle>
            <a:lvl1pPr marL="0" indent="0">
              <a:buNone/>
              <a:defRPr sz="1400"/>
            </a:lvl1pPr>
          </a:lstStyle>
          <a:p>
            <a:r>
              <a:rPr lang="en-US"/>
              <a:t>Picture</a:t>
            </a:r>
          </a:p>
        </p:txBody>
      </p:sp>
      <p:sp>
        <p:nvSpPr>
          <p:cNvPr id="22" name="Picture Placeholder 4">
            <a:extLst>
              <a:ext uri="{FF2B5EF4-FFF2-40B4-BE49-F238E27FC236}">
                <a16:creationId xmlns:a16="http://schemas.microsoft.com/office/drawing/2014/main" id="{A5BD0C02-757A-F01D-6701-6288994C58DD}"/>
              </a:ext>
            </a:extLst>
          </p:cNvPr>
          <p:cNvSpPr>
            <a:spLocks noGrp="1"/>
          </p:cNvSpPr>
          <p:nvPr>
            <p:ph type="pic" sz="quarter" idx="15" hasCustomPrompt="1"/>
          </p:nvPr>
        </p:nvSpPr>
        <p:spPr>
          <a:xfrm>
            <a:off x="5311674" y="0"/>
            <a:ext cx="5324981" cy="3429000"/>
          </a:xfrm>
          <a:noFill/>
          <a:ln>
            <a:noFill/>
          </a:ln>
        </p:spPr>
        <p:txBody>
          <a:bodyPr>
            <a:normAutofit/>
          </a:bodyPr>
          <a:lstStyle>
            <a:lvl1pPr marL="0" indent="0">
              <a:buNone/>
              <a:defRPr sz="1400"/>
            </a:lvl1pPr>
          </a:lstStyle>
          <a:p>
            <a:r>
              <a:rPr lang="en-US"/>
              <a:t>Picture</a:t>
            </a:r>
          </a:p>
        </p:txBody>
      </p:sp>
      <p:sp>
        <p:nvSpPr>
          <p:cNvPr id="24" name="Picture Placeholder 4">
            <a:extLst>
              <a:ext uri="{FF2B5EF4-FFF2-40B4-BE49-F238E27FC236}">
                <a16:creationId xmlns:a16="http://schemas.microsoft.com/office/drawing/2014/main" id="{EB68A042-8AD3-B191-F6E9-95DCF5785D54}"/>
              </a:ext>
            </a:extLst>
          </p:cNvPr>
          <p:cNvSpPr>
            <a:spLocks noGrp="1"/>
          </p:cNvSpPr>
          <p:nvPr>
            <p:ph type="pic" sz="quarter" idx="17" hasCustomPrompt="1"/>
          </p:nvPr>
        </p:nvSpPr>
        <p:spPr>
          <a:xfrm>
            <a:off x="5311674" y="3429000"/>
            <a:ext cx="5324982" cy="3429000"/>
          </a:xfrm>
          <a:noFill/>
          <a:ln>
            <a:noFill/>
          </a:ln>
        </p:spPr>
        <p:txBody>
          <a:bodyPr>
            <a:normAutofit/>
          </a:bodyPr>
          <a:lstStyle>
            <a:lvl1pPr marL="0" indent="0">
              <a:buNone/>
              <a:defRPr sz="1400"/>
            </a:lvl1pPr>
          </a:lstStyle>
          <a:p>
            <a:r>
              <a:rPr lang="en-US"/>
              <a:t>Picture</a:t>
            </a:r>
          </a:p>
        </p:txBody>
      </p:sp>
      <p:sp>
        <p:nvSpPr>
          <p:cNvPr id="8" name="Footer Placeholder 7">
            <a:extLst>
              <a:ext uri="{FF2B5EF4-FFF2-40B4-BE49-F238E27FC236}">
                <a16:creationId xmlns:a16="http://schemas.microsoft.com/office/drawing/2014/main" id="{6691AF1A-6C7B-7317-A57A-9AC2D3263C7F}"/>
              </a:ext>
            </a:extLst>
          </p:cNvPr>
          <p:cNvSpPr>
            <a:spLocks noGrp="1"/>
          </p:cNvSpPr>
          <p:nvPr>
            <p:ph type="ftr" sz="quarter" idx="10"/>
          </p:nvPr>
        </p:nvSpPr>
        <p:spPr/>
        <p:txBody>
          <a:bodyPr/>
          <a:lstStyle/>
          <a:p>
            <a:r>
              <a:rPr lang="en-US"/>
              <a:t>EXPRESSION DETECTION</a:t>
            </a:r>
          </a:p>
        </p:txBody>
      </p:sp>
      <p:sp>
        <p:nvSpPr>
          <p:cNvPr id="9" name="Slide Number Placeholder 8">
            <a:extLst>
              <a:ext uri="{FF2B5EF4-FFF2-40B4-BE49-F238E27FC236}">
                <a16:creationId xmlns:a16="http://schemas.microsoft.com/office/drawing/2014/main" id="{8D89F7D8-61EE-A54C-854D-B610FC9B2ED9}"/>
              </a:ext>
            </a:extLst>
          </p:cNvPr>
          <p:cNvSpPr>
            <a:spLocks noGrp="1"/>
          </p:cNvSpPr>
          <p:nvPr>
            <p:ph type="sldNum" sz="quarter" idx="11"/>
          </p:nvPr>
        </p:nvSpPr>
        <p:spPr/>
        <p:txBody>
          <a:bodyPr/>
          <a:lstStyle/>
          <a:p>
            <a:fld id="{0A95BBB0-0295-4C7E-A3D0-2F07981FE8CB}" type="slidenum">
              <a:rPr lang="en-US" smtClean="0"/>
              <a:pPr/>
              <a:t>‹#›</a:t>
            </a:fld>
            <a:endParaRPr lang="en-US"/>
          </a:p>
        </p:txBody>
      </p:sp>
    </p:spTree>
    <p:extLst>
      <p:ext uri="{BB962C8B-B14F-4D97-AF65-F5344CB8AC3E}">
        <p14:creationId xmlns:p14="http://schemas.microsoft.com/office/powerpoint/2010/main" val="958967866"/>
      </p:ext>
    </p:extLst>
  </p:cSld>
  <p:clrMapOvr>
    <a:masterClrMapping/>
  </p:clrMapOvr>
  <p:extLst>
    <p:ext uri="{DCECCB84-F9BA-43D5-87BE-67443E8EF086}">
      <p15:sldGuideLst xmlns:p15="http://schemas.microsoft.com/office/powerpoint/2012/main">
        <p15:guide id="1" pos="6696" userDrawn="1">
          <p15:clr>
            <a:srgbClr val="FBAE40"/>
          </p15:clr>
        </p15:guide>
        <p15:guide id="2" orient="horz" pos="2160" userDrawn="1">
          <p15:clr>
            <a:srgbClr val="FBAE40"/>
          </p15:clr>
        </p15:guide>
        <p15:guide id="3" orient="horz" userDrawn="1">
          <p15:clr>
            <a:srgbClr val="FBAE40"/>
          </p15:clr>
        </p15:guide>
        <p15:guide id="4" orient="horz" pos="4320" userDrawn="1">
          <p15:clr>
            <a:srgbClr val="FBAE40"/>
          </p15:clr>
        </p15:guide>
        <p15:guide id="5" pos="45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4411E8E-845E-BA86-7934-2523CBB415A8}"/>
              </a:ext>
            </a:extLst>
          </p:cNvPr>
          <p:cNvSpPr/>
          <p:nvPr userDrawn="1"/>
        </p:nvSpPr>
        <p:spPr>
          <a:xfrm>
            <a:off x="6096000" y="685798"/>
            <a:ext cx="6095997" cy="548639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277B985B-E9EE-B7BF-8A40-7C110A908DDC}"/>
              </a:ext>
            </a:extLst>
          </p:cNvPr>
          <p:cNvSpPr>
            <a:spLocks noGrp="1"/>
          </p:cNvSpPr>
          <p:nvPr>
            <p:ph type="pic" sz="quarter" idx="10" hasCustomPrompt="1"/>
          </p:nvPr>
        </p:nvSpPr>
        <p:spPr>
          <a:xfrm>
            <a:off x="2082270" y="0"/>
            <a:ext cx="6957558" cy="6858000"/>
          </a:xfrm>
          <a:custGeom>
            <a:avLst/>
            <a:gdLst>
              <a:gd name="connsiteX0" fmla="*/ 597755 w 6957558"/>
              <a:gd name="connsiteY0" fmla="*/ 0 h 6858000"/>
              <a:gd name="connsiteX1" fmla="*/ 5108230 w 6957558"/>
              <a:gd name="connsiteY1" fmla="*/ 0 h 6858000"/>
              <a:gd name="connsiteX2" fmla="*/ 5147894 w 6957558"/>
              <a:gd name="connsiteY2" fmla="*/ 25428 h 6858000"/>
              <a:gd name="connsiteX3" fmla="*/ 6957558 w 6957558"/>
              <a:gd name="connsiteY3" fmla="*/ 3428999 h 6858000"/>
              <a:gd name="connsiteX4" fmla="*/ 5147895 w 6957558"/>
              <a:gd name="connsiteY4" fmla="*/ 6832569 h 6858000"/>
              <a:gd name="connsiteX5" fmla="*/ 5108226 w 6957558"/>
              <a:gd name="connsiteY5" fmla="*/ 6858000 h 6858000"/>
              <a:gd name="connsiteX6" fmla="*/ 597760 w 6957558"/>
              <a:gd name="connsiteY6" fmla="*/ 6858000 h 6858000"/>
              <a:gd name="connsiteX7" fmla="*/ 558091 w 6957558"/>
              <a:gd name="connsiteY7" fmla="*/ 6832569 h 6858000"/>
              <a:gd name="connsiteX8" fmla="*/ 166860 w 6957558"/>
              <a:gd name="connsiteY8" fmla="*/ 6532656 h 6858000"/>
              <a:gd name="connsiteX9" fmla="*/ 0 w 6957558"/>
              <a:gd name="connsiteY9" fmla="*/ 6379173 h 6858000"/>
              <a:gd name="connsiteX10" fmla="*/ 0 w 6957558"/>
              <a:gd name="connsiteY10" fmla="*/ 478824 h 6858000"/>
              <a:gd name="connsiteX11" fmla="*/ 166860 w 6957558"/>
              <a:gd name="connsiteY11" fmla="*/ 325342 h 6858000"/>
              <a:gd name="connsiteX12" fmla="*/ 558091 w 6957558"/>
              <a:gd name="connsiteY12" fmla="*/ 2542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7558" h="6858000">
                <a:moveTo>
                  <a:pt x="597755" y="0"/>
                </a:moveTo>
                <a:lnTo>
                  <a:pt x="5108230" y="0"/>
                </a:lnTo>
                <a:lnTo>
                  <a:pt x="5147894" y="25428"/>
                </a:lnTo>
                <a:cubicBezTo>
                  <a:pt x="6239716" y="763048"/>
                  <a:pt x="6957558" y="2012193"/>
                  <a:pt x="6957558" y="3428999"/>
                </a:cubicBezTo>
                <a:cubicBezTo>
                  <a:pt x="6957558" y="4845805"/>
                  <a:pt x="6239716" y="6094949"/>
                  <a:pt x="5147895" y="6832569"/>
                </a:cubicBezTo>
                <a:lnTo>
                  <a:pt x="5108226" y="6858000"/>
                </a:lnTo>
                <a:lnTo>
                  <a:pt x="597760" y="6858000"/>
                </a:lnTo>
                <a:lnTo>
                  <a:pt x="558091" y="6832569"/>
                </a:lnTo>
                <a:cubicBezTo>
                  <a:pt x="421614" y="6740367"/>
                  <a:pt x="290979" y="6640172"/>
                  <a:pt x="166860" y="6532656"/>
                </a:cubicBezTo>
                <a:lnTo>
                  <a:pt x="0" y="6379173"/>
                </a:lnTo>
                <a:lnTo>
                  <a:pt x="0" y="478824"/>
                </a:lnTo>
                <a:lnTo>
                  <a:pt x="166860" y="325342"/>
                </a:lnTo>
                <a:cubicBezTo>
                  <a:pt x="290979" y="217826"/>
                  <a:pt x="421613" y="117631"/>
                  <a:pt x="558091" y="25428"/>
                </a:cubicBezTo>
                <a:close/>
              </a:path>
            </a:pathLst>
          </a:custGeom>
        </p:spPr>
        <p:txBody>
          <a:bodyPr wrap="square">
            <a:noAutofit/>
          </a:bodyPr>
          <a:lstStyle>
            <a:lvl1pPr marL="0" indent="0">
              <a:buNone/>
              <a:defRPr sz="1400"/>
            </a:lvl1pPr>
          </a:lstStyle>
          <a:p>
            <a:r>
              <a:rPr lang="en-US"/>
              <a:t>Picture</a:t>
            </a:r>
          </a:p>
        </p:txBody>
      </p:sp>
      <p:sp>
        <p:nvSpPr>
          <p:cNvPr id="4" name="Title 1">
            <a:extLst>
              <a:ext uri="{FF2B5EF4-FFF2-40B4-BE49-F238E27FC236}">
                <a16:creationId xmlns:a16="http://schemas.microsoft.com/office/drawing/2014/main" id="{63FE2B18-CA83-0C24-A1E9-1E85806643F5}"/>
              </a:ext>
            </a:extLst>
          </p:cNvPr>
          <p:cNvSpPr>
            <a:spLocks noGrp="1"/>
          </p:cNvSpPr>
          <p:nvPr>
            <p:ph type="title"/>
          </p:nvPr>
        </p:nvSpPr>
        <p:spPr>
          <a:xfrm rot="16200000">
            <a:off x="-2395727" y="2395726"/>
            <a:ext cx="6858000" cy="2066544"/>
          </a:xfrm>
        </p:spPr>
        <p:txBody>
          <a:bodyPr anchor="ctr">
            <a:noAutofit/>
          </a:bodyPr>
          <a:lstStyle>
            <a:lvl1pPr algn="ctr">
              <a:defRPr sz="6000"/>
            </a:lvl1pPr>
          </a:lstStyle>
          <a:p>
            <a:r>
              <a:rPr lang="en-US"/>
              <a:t>Click to edit Master title style</a:t>
            </a:r>
          </a:p>
        </p:txBody>
      </p:sp>
    </p:spTree>
    <p:extLst>
      <p:ext uri="{BB962C8B-B14F-4D97-AF65-F5344CB8AC3E}">
        <p14:creationId xmlns:p14="http://schemas.microsoft.com/office/powerpoint/2010/main" val="59127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ive picture collage">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8B1B496C-E446-5FEB-668D-FEE5483757E1}"/>
              </a:ext>
            </a:extLst>
          </p:cNvPr>
          <p:cNvSpPr>
            <a:spLocks noGrp="1"/>
          </p:cNvSpPr>
          <p:nvPr>
            <p:ph type="pic" sz="quarter" idx="18" hasCustomPrompt="1"/>
          </p:nvPr>
        </p:nvSpPr>
        <p:spPr>
          <a:xfrm>
            <a:off x="1" y="685800"/>
            <a:ext cx="3236042" cy="3906520"/>
          </a:xfrm>
          <a:noFill/>
          <a:ln>
            <a:noFill/>
          </a:ln>
        </p:spPr>
        <p:txBody>
          <a:bodyPr>
            <a:normAutofit/>
          </a:bodyPr>
          <a:lstStyle>
            <a:lvl1pPr marL="0" indent="0">
              <a:buNone/>
              <a:defRPr sz="1400"/>
            </a:lvl1pPr>
          </a:lstStyle>
          <a:p>
            <a:r>
              <a:rPr lang="en-US"/>
              <a:t>Picture</a:t>
            </a:r>
          </a:p>
        </p:txBody>
      </p:sp>
      <p:sp>
        <p:nvSpPr>
          <p:cNvPr id="18" name="Picture Placeholder 4">
            <a:extLst>
              <a:ext uri="{FF2B5EF4-FFF2-40B4-BE49-F238E27FC236}">
                <a16:creationId xmlns:a16="http://schemas.microsoft.com/office/drawing/2014/main" id="{919A1258-3D7D-6780-FCF8-E9A0D8346534}"/>
              </a:ext>
            </a:extLst>
          </p:cNvPr>
          <p:cNvSpPr>
            <a:spLocks noGrp="1"/>
          </p:cNvSpPr>
          <p:nvPr>
            <p:ph type="pic" sz="quarter" idx="16" hasCustomPrompt="1"/>
          </p:nvPr>
        </p:nvSpPr>
        <p:spPr>
          <a:xfrm>
            <a:off x="1" y="4587240"/>
            <a:ext cx="3236042" cy="2270760"/>
          </a:xfrm>
          <a:noFill/>
          <a:ln>
            <a:noFill/>
          </a:ln>
        </p:spPr>
        <p:txBody>
          <a:bodyPr>
            <a:normAutofit/>
          </a:bodyPr>
          <a:lstStyle>
            <a:lvl1pPr marL="0" indent="0">
              <a:buNone/>
              <a:defRPr sz="1400"/>
            </a:lvl1pPr>
          </a:lstStyle>
          <a:p>
            <a:r>
              <a:rPr lang="en-US"/>
              <a:t>Picture</a:t>
            </a:r>
          </a:p>
        </p:txBody>
      </p:sp>
      <p:sp>
        <p:nvSpPr>
          <p:cNvPr id="21" name="Picture Placeholder 4">
            <a:extLst>
              <a:ext uri="{FF2B5EF4-FFF2-40B4-BE49-F238E27FC236}">
                <a16:creationId xmlns:a16="http://schemas.microsoft.com/office/drawing/2014/main" id="{A6C26FE2-0F48-4B22-73F2-03C638093094}"/>
              </a:ext>
            </a:extLst>
          </p:cNvPr>
          <p:cNvSpPr>
            <a:spLocks noGrp="1"/>
          </p:cNvSpPr>
          <p:nvPr>
            <p:ph type="pic" sz="quarter" idx="14" hasCustomPrompt="1"/>
          </p:nvPr>
        </p:nvSpPr>
        <p:spPr>
          <a:xfrm>
            <a:off x="3236043" y="685800"/>
            <a:ext cx="4185920" cy="6172200"/>
          </a:xfrm>
          <a:noFill/>
          <a:ln>
            <a:noFill/>
          </a:ln>
        </p:spPr>
        <p:txBody>
          <a:bodyPr>
            <a:normAutofit/>
          </a:bodyPr>
          <a:lstStyle>
            <a:lvl1pPr marL="0" indent="0">
              <a:buNone/>
              <a:defRPr sz="1400"/>
            </a:lvl1pPr>
          </a:lstStyle>
          <a:p>
            <a:r>
              <a:rPr lang="en-US"/>
              <a:t>Picture</a:t>
            </a:r>
          </a:p>
        </p:txBody>
      </p:sp>
      <p:sp>
        <p:nvSpPr>
          <p:cNvPr id="12" name="Picture Placeholder 4">
            <a:extLst>
              <a:ext uri="{FF2B5EF4-FFF2-40B4-BE49-F238E27FC236}">
                <a16:creationId xmlns:a16="http://schemas.microsoft.com/office/drawing/2014/main" id="{A7B43A0B-3959-6EAF-113F-B4EAD2AF58F4}"/>
              </a:ext>
            </a:extLst>
          </p:cNvPr>
          <p:cNvSpPr>
            <a:spLocks noGrp="1"/>
          </p:cNvSpPr>
          <p:nvPr>
            <p:ph type="pic" sz="quarter" idx="17" hasCustomPrompt="1"/>
          </p:nvPr>
        </p:nvSpPr>
        <p:spPr>
          <a:xfrm>
            <a:off x="7421964" y="685800"/>
            <a:ext cx="3236042" cy="2270760"/>
          </a:xfrm>
          <a:noFill/>
          <a:ln>
            <a:noFill/>
          </a:ln>
        </p:spPr>
        <p:txBody>
          <a:bodyPr>
            <a:normAutofit/>
          </a:bodyPr>
          <a:lstStyle>
            <a:lvl1pPr marL="0" indent="0">
              <a:buNone/>
              <a:defRPr sz="1400"/>
            </a:lvl1pPr>
          </a:lstStyle>
          <a:p>
            <a:r>
              <a:rPr lang="en-US"/>
              <a:t>Picture</a:t>
            </a:r>
          </a:p>
        </p:txBody>
      </p:sp>
      <p:sp>
        <p:nvSpPr>
          <p:cNvPr id="14" name="Picture Placeholder 4">
            <a:extLst>
              <a:ext uri="{FF2B5EF4-FFF2-40B4-BE49-F238E27FC236}">
                <a16:creationId xmlns:a16="http://schemas.microsoft.com/office/drawing/2014/main" id="{0B2D2027-BC96-A53A-048B-50F70DA0779F}"/>
              </a:ext>
            </a:extLst>
          </p:cNvPr>
          <p:cNvSpPr>
            <a:spLocks noGrp="1"/>
          </p:cNvSpPr>
          <p:nvPr>
            <p:ph type="pic" sz="quarter" idx="19" hasCustomPrompt="1"/>
          </p:nvPr>
        </p:nvSpPr>
        <p:spPr>
          <a:xfrm>
            <a:off x="7421964" y="2951480"/>
            <a:ext cx="3236042" cy="3906520"/>
          </a:xfrm>
          <a:noFill/>
          <a:ln>
            <a:noFill/>
          </a:ln>
        </p:spPr>
        <p:txBody>
          <a:bodyPr>
            <a:normAutofit/>
          </a:bodyPr>
          <a:lstStyle>
            <a:lvl1pPr marL="0" indent="0">
              <a:buNone/>
              <a:defRPr sz="1400"/>
            </a:lvl1pPr>
          </a:lstStyle>
          <a:p>
            <a:r>
              <a:rPr lang="en-US"/>
              <a:t>Picture</a:t>
            </a:r>
          </a:p>
        </p:txBody>
      </p:sp>
      <p:sp>
        <p:nvSpPr>
          <p:cNvPr id="8" name="Footer Placeholder 7">
            <a:extLst>
              <a:ext uri="{FF2B5EF4-FFF2-40B4-BE49-F238E27FC236}">
                <a16:creationId xmlns:a16="http://schemas.microsoft.com/office/drawing/2014/main" id="{6691AF1A-6C7B-7317-A57A-9AC2D3263C7F}"/>
              </a:ext>
            </a:extLst>
          </p:cNvPr>
          <p:cNvSpPr>
            <a:spLocks noGrp="1"/>
          </p:cNvSpPr>
          <p:nvPr>
            <p:ph type="ftr" sz="quarter" idx="10"/>
          </p:nvPr>
        </p:nvSpPr>
        <p:spPr/>
        <p:txBody>
          <a:bodyPr/>
          <a:lstStyle/>
          <a:p>
            <a:r>
              <a:rPr lang="en-US"/>
              <a:t>EXPRESSION DETECTION</a:t>
            </a:r>
          </a:p>
        </p:txBody>
      </p:sp>
      <p:sp>
        <p:nvSpPr>
          <p:cNvPr id="9" name="Slide Number Placeholder 8">
            <a:extLst>
              <a:ext uri="{FF2B5EF4-FFF2-40B4-BE49-F238E27FC236}">
                <a16:creationId xmlns:a16="http://schemas.microsoft.com/office/drawing/2014/main" id="{8D89F7D8-61EE-A54C-854D-B610FC9B2ED9}"/>
              </a:ext>
            </a:extLst>
          </p:cNvPr>
          <p:cNvSpPr>
            <a:spLocks noGrp="1"/>
          </p:cNvSpPr>
          <p:nvPr>
            <p:ph type="sldNum" sz="quarter" idx="11"/>
          </p:nvPr>
        </p:nvSpPr>
        <p:spPr/>
        <p:txBody>
          <a:bodyPr/>
          <a:lstStyle/>
          <a:p>
            <a:fld id="{0A95BBB0-0295-4C7E-A3D0-2F07981FE8CB}" type="slidenum">
              <a:rPr lang="en-US" smtClean="0"/>
              <a:pPr/>
              <a:t>‹#›</a:t>
            </a:fld>
            <a:endParaRPr lang="en-US"/>
          </a:p>
        </p:txBody>
      </p:sp>
      <p:sp>
        <p:nvSpPr>
          <p:cNvPr id="3" name="Rectangle 2">
            <a:extLst>
              <a:ext uri="{FF2B5EF4-FFF2-40B4-BE49-F238E27FC236}">
                <a16:creationId xmlns:a16="http://schemas.microsoft.com/office/drawing/2014/main" id="{21251642-BEBC-0776-BD8B-99D31ED3BCFA}"/>
              </a:ext>
            </a:extLst>
          </p:cNvPr>
          <p:cNvSpPr/>
          <p:nvPr userDrawn="1"/>
        </p:nvSpPr>
        <p:spPr>
          <a:xfrm rot="5400000">
            <a:off x="5753098" y="-5753100"/>
            <a:ext cx="685801" cy="1219200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2348800"/>
      </p:ext>
    </p:extLst>
  </p:cSld>
  <p:clrMapOvr>
    <a:masterClrMapping/>
  </p:clrMapOvr>
  <p:extLst>
    <p:ext uri="{DCECCB84-F9BA-43D5-87BE-67443E8EF086}">
      <p15:sldGuideLst xmlns:p15="http://schemas.microsoft.com/office/powerpoint/2012/main">
        <p15:guide id="1" pos="6696" userDrawn="1">
          <p15:clr>
            <a:srgbClr val="FBAE40"/>
          </p15:clr>
        </p15:guide>
        <p15:guide id="2" orient="horz" pos="432" userDrawn="1">
          <p15:clr>
            <a:srgbClr val="FBAE40"/>
          </p15:clr>
        </p15:guide>
        <p15:guide id="3" orient="horz" userDrawn="1">
          <p15:clr>
            <a:srgbClr val="FBAE40"/>
          </p15:clr>
        </p15:guide>
        <p15:guide id="4" orient="horz" pos="4320" userDrawn="1">
          <p15:clr>
            <a:srgbClr val="FBAE40"/>
          </p15:clr>
        </p15:guide>
        <p15:guide id="5" pos="456" userDrawn="1">
          <p15:clr>
            <a:srgbClr val="FBAE40"/>
          </p15:clr>
        </p15:guide>
        <p15:guide id="6" orient="horz" pos="225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1A56009-3BE5-7F08-725F-41975A2103F1}"/>
              </a:ext>
            </a:extLst>
          </p:cNvPr>
          <p:cNvSpPr/>
          <p:nvPr userDrawn="1"/>
        </p:nvSpPr>
        <p:spPr>
          <a:xfrm rot="5400000">
            <a:off x="3352798" y="-2666995"/>
            <a:ext cx="5486397" cy="12191997"/>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
            <a:extLst>
              <a:ext uri="{FF2B5EF4-FFF2-40B4-BE49-F238E27FC236}">
                <a16:creationId xmlns:a16="http://schemas.microsoft.com/office/drawing/2014/main" id="{CA87F4D9-254F-4233-2472-F92D93799EAD}"/>
              </a:ext>
            </a:extLst>
          </p:cNvPr>
          <p:cNvSpPr/>
          <p:nvPr userDrawn="1"/>
        </p:nvSpPr>
        <p:spPr>
          <a:xfrm rot="16200000">
            <a:off x="-1979943" y="2261202"/>
            <a:ext cx="6288750" cy="2328873"/>
          </a:xfrm>
          <a:custGeom>
            <a:avLst/>
            <a:gdLst>
              <a:gd name="connsiteX0" fmla="*/ 0 w 6288750"/>
              <a:gd name="connsiteY0" fmla="*/ 0 h 2328873"/>
              <a:gd name="connsiteX1" fmla="*/ 6288750 w 6288750"/>
              <a:gd name="connsiteY1" fmla="*/ 0 h 2328873"/>
              <a:gd name="connsiteX2" fmla="*/ 6162469 w 6288750"/>
              <a:gd name="connsiteY2" fmla="*/ 296585 h 2328873"/>
              <a:gd name="connsiteX3" fmla="*/ 3144375 w 6288750"/>
              <a:gd name="connsiteY3" fmla="*/ 2328873 h 2328873"/>
              <a:gd name="connsiteX4" fmla="*/ 126282 w 6288750"/>
              <a:gd name="connsiteY4" fmla="*/ 296585 h 2328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8750" h="2328873">
                <a:moveTo>
                  <a:pt x="0" y="0"/>
                </a:moveTo>
                <a:lnTo>
                  <a:pt x="6288750" y="0"/>
                </a:lnTo>
                <a:lnTo>
                  <a:pt x="6162469" y="296585"/>
                </a:lnTo>
                <a:cubicBezTo>
                  <a:pt x="5581235" y="1507107"/>
                  <a:pt x="4447628" y="2328873"/>
                  <a:pt x="3144375" y="2328873"/>
                </a:cubicBezTo>
                <a:cubicBezTo>
                  <a:pt x="1841122" y="2328873"/>
                  <a:pt x="707515" y="1507107"/>
                  <a:pt x="126282" y="296585"/>
                </a:cubicBezTo>
                <a:close/>
              </a:path>
            </a:pathLst>
          </a:cu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1E18FF0-077E-6668-7400-46DBF42B8660}"/>
              </a:ext>
            </a:extLst>
          </p:cNvPr>
          <p:cNvSpPr/>
          <p:nvPr userDrawn="1"/>
        </p:nvSpPr>
        <p:spPr>
          <a:xfrm rot="5400000">
            <a:off x="2705099" y="-2705097"/>
            <a:ext cx="685801" cy="609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67A6E5D-CFB0-24C1-2294-0E2E9CFC9263}"/>
              </a:ext>
            </a:extLst>
          </p:cNvPr>
          <p:cNvSpPr/>
          <p:nvPr userDrawn="1"/>
        </p:nvSpPr>
        <p:spPr>
          <a:xfrm rot="5400000">
            <a:off x="8801096" y="3467101"/>
            <a:ext cx="685801" cy="609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B57A7C-B7A1-E1DD-485D-9DC22F942628}"/>
              </a:ext>
            </a:extLst>
          </p:cNvPr>
          <p:cNvSpPr>
            <a:spLocks noGrp="1"/>
          </p:cNvSpPr>
          <p:nvPr>
            <p:ph type="title"/>
          </p:nvPr>
        </p:nvSpPr>
        <p:spPr>
          <a:xfrm>
            <a:off x="1124712" y="2450592"/>
            <a:ext cx="4965192" cy="1965960"/>
          </a:xfrm>
        </p:spPr>
        <p:txBody>
          <a:bodyPr anchor="ctr">
            <a:noAutofit/>
          </a:bodyPr>
          <a:lstStyle>
            <a:lvl1pPr algn="r">
              <a:lnSpc>
                <a:spcPct val="100000"/>
              </a:lnSpc>
              <a:defRPr sz="7200" spc="200" baseline="0"/>
            </a:lvl1pPr>
          </a:lstStyle>
          <a:p>
            <a:r>
              <a:rPr lang="en-US"/>
              <a:t>Click to edit Master title style</a:t>
            </a:r>
          </a:p>
        </p:txBody>
      </p:sp>
      <p:sp>
        <p:nvSpPr>
          <p:cNvPr id="13" name="Text Placeholder 7">
            <a:extLst>
              <a:ext uri="{FF2B5EF4-FFF2-40B4-BE49-F238E27FC236}">
                <a16:creationId xmlns:a16="http://schemas.microsoft.com/office/drawing/2014/main" id="{5A963E94-81AE-19CC-DF83-6111A2B4F3DB}"/>
              </a:ext>
            </a:extLst>
          </p:cNvPr>
          <p:cNvSpPr>
            <a:spLocks noGrp="1"/>
          </p:cNvSpPr>
          <p:nvPr>
            <p:ph type="body" sz="quarter" idx="17"/>
          </p:nvPr>
        </p:nvSpPr>
        <p:spPr>
          <a:xfrm>
            <a:off x="6858000" y="2587752"/>
            <a:ext cx="4636008" cy="1691640"/>
          </a:xfrm>
        </p:spPr>
        <p:txBody>
          <a:bodyPr>
            <a:noAutofit/>
          </a:bodyPr>
          <a:lstStyle>
            <a:lvl1pPr marL="0" indent="0">
              <a:lnSpc>
                <a:spcPct val="90000"/>
              </a:lnSpc>
              <a:spcBef>
                <a:spcPts val="1000"/>
              </a:spcBef>
              <a:buNone/>
              <a:defRPr sz="2400" spc="0" baseline="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418714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C32331-B8A5-7BD6-929E-5030FBBFEA97}"/>
              </a:ext>
            </a:extLst>
          </p:cNvPr>
          <p:cNvSpPr>
            <a:spLocks noGrp="1"/>
          </p:cNvSpPr>
          <p:nvPr>
            <p:ph type="title"/>
          </p:nvPr>
        </p:nvSpPr>
        <p:spPr>
          <a:xfrm>
            <a:off x="838200" y="823119"/>
            <a:ext cx="7377113" cy="1325563"/>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11DC78CE-12BF-F933-32C8-C2CEAA8E650A}"/>
              </a:ext>
            </a:extLst>
          </p:cNvPr>
          <p:cNvSpPr>
            <a:spLocks noGrp="1"/>
          </p:cNvSpPr>
          <p:nvPr>
            <p:ph type="body" idx="1"/>
          </p:nvPr>
        </p:nvSpPr>
        <p:spPr>
          <a:xfrm>
            <a:off x="838200" y="2714625"/>
            <a:ext cx="8162925" cy="3462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8E4C4FB-34BA-9BC5-D26D-78453CE758C8}"/>
              </a:ext>
            </a:extLst>
          </p:cNvPr>
          <p:cNvSpPr>
            <a:spLocks noGrp="1"/>
          </p:cNvSpPr>
          <p:nvPr>
            <p:ph type="ftr" sz="quarter" idx="3"/>
          </p:nvPr>
        </p:nvSpPr>
        <p:spPr>
          <a:xfrm rot="5400000">
            <a:off x="9303308" y="2840600"/>
            <a:ext cx="4243390" cy="1533992"/>
          </a:xfrm>
          <a:prstGeom prst="rect">
            <a:avLst/>
          </a:prstGeom>
        </p:spPr>
        <p:txBody>
          <a:bodyPr vert="horz" lIns="91440" tIns="45720" rIns="91440" bIns="45720" rtlCol="0" anchor="ctr"/>
          <a:lstStyle>
            <a:lvl1pPr algn="ctr">
              <a:defRPr sz="1200" b="0" i="0" spc="300" baseline="0">
                <a:solidFill>
                  <a:schemeClr val="bg1"/>
                </a:solidFill>
                <a:latin typeface="+mj-lt"/>
                <a:cs typeface="Posterama" panose="020B0504020200020000" pitchFamily="34" charset="0"/>
              </a:defRPr>
            </a:lvl1pPr>
          </a:lstStyle>
          <a:p>
            <a:r>
              <a:rPr lang="en-US"/>
              <a:t>EXPRESSION DETECTION</a:t>
            </a:r>
          </a:p>
        </p:txBody>
      </p:sp>
      <p:sp>
        <p:nvSpPr>
          <p:cNvPr id="6" name="Slide Number Placeholder 5">
            <a:extLst>
              <a:ext uri="{FF2B5EF4-FFF2-40B4-BE49-F238E27FC236}">
                <a16:creationId xmlns:a16="http://schemas.microsoft.com/office/drawing/2014/main" id="{BB2093A3-9D28-03F6-E4E1-E20DE2583C7C}"/>
              </a:ext>
            </a:extLst>
          </p:cNvPr>
          <p:cNvSpPr>
            <a:spLocks noGrp="1"/>
          </p:cNvSpPr>
          <p:nvPr>
            <p:ph type="sldNum" sz="quarter" idx="4"/>
          </p:nvPr>
        </p:nvSpPr>
        <p:spPr>
          <a:xfrm>
            <a:off x="10658006" y="5729289"/>
            <a:ext cx="1533993" cy="1127124"/>
          </a:xfrm>
          <a:prstGeom prst="rect">
            <a:avLst/>
          </a:prstGeom>
        </p:spPr>
        <p:txBody>
          <a:bodyPr vert="horz" lIns="91440" tIns="45720" rIns="91440" bIns="45720" rtlCol="0" anchor="ctr"/>
          <a:lstStyle>
            <a:lvl1pPr algn="ctr">
              <a:defRPr sz="6000" b="0" i="0">
                <a:solidFill>
                  <a:schemeClr val="bg1"/>
                </a:solidFill>
                <a:latin typeface="+mj-lt"/>
                <a:cs typeface="Posterama" panose="020B0504020200020000" pitchFamily="34" charset="0"/>
              </a:defRPr>
            </a:lvl1pPr>
          </a:lstStyle>
          <a:p>
            <a:fld id="{0A95BBB0-0295-4C7E-A3D0-2F07981FE8CB}" type="slidenum">
              <a:rPr lang="en-US" smtClean="0"/>
              <a:pPr/>
              <a:t>‹#›</a:t>
            </a:fld>
            <a:endParaRPr lang="en-US"/>
          </a:p>
        </p:txBody>
      </p:sp>
    </p:spTree>
    <p:extLst>
      <p:ext uri="{BB962C8B-B14F-4D97-AF65-F5344CB8AC3E}">
        <p14:creationId xmlns:p14="http://schemas.microsoft.com/office/powerpoint/2010/main" val="282859026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55" r:id="rId3"/>
    <p:sldLayoutId id="2147483675" r:id="rId4"/>
    <p:sldLayoutId id="2147483668" r:id="rId5"/>
    <p:sldLayoutId id="2147483676" r:id="rId6"/>
    <p:sldLayoutId id="2147483663" r:id="rId7"/>
    <p:sldLayoutId id="2147483662" r:id="rId8"/>
    <p:sldLayoutId id="2147483673" r:id="rId9"/>
    <p:sldLayoutId id="2147483677" r:id="rId10"/>
  </p:sldLayoutIdLst>
  <p:hf hdr="0" dt="0"/>
  <p:txStyles>
    <p:titleStyle>
      <a:lvl1pPr algn="l" defTabSz="914400" rtl="0" eaLnBrk="1" latinLnBrk="0" hangingPunct="1">
        <a:lnSpc>
          <a:spcPct val="90000"/>
        </a:lnSpc>
        <a:spcBef>
          <a:spcPct val="0"/>
        </a:spcBef>
        <a:buNone/>
        <a:defRPr sz="4400" b="1" i="0" kern="1200" cap="all" spc="300" baseline="0">
          <a:solidFill>
            <a:schemeClr val="bg1"/>
          </a:solidFill>
          <a:latin typeface="+mj-lt"/>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spc="5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spc="50" baseline="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spc="50" baseline="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hyperlink" Target="https://creativecommons.org/licenses/by-nc/3.0/" TargetMode="External"/><Relationship Id="rId7" Type="http://schemas.openxmlformats.org/officeDocument/2006/relationships/image" Target="../media/image6.png"/><Relationship Id="rId2" Type="http://schemas.openxmlformats.org/officeDocument/2006/relationships/hyperlink" Target="https://www.pngall.com/emotion-png/" TargetMode="External"/><Relationship Id="rId1" Type="http://schemas.openxmlformats.org/officeDocument/2006/relationships/slideLayout" Target="../slideLayouts/slideLayout2.xml"/><Relationship Id="rId6" Type="http://schemas.openxmlformats.org/officeDocument/2006/relationships/hyperlink" Target="https://pixabay.com/en/gender-characters-mainstream-1341368/"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hyperlink" Target="https://pixabay.com/en/computer-user-icon-peolpe-avatar-1331579/" TargetMode="External"/><Relationship Id="rId3" Type="http://schemas.openxmlformats.org/officeDocument/2006/relationships/image" Target="../media/image21.svg"/><Relationship Id="rId7"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hyperlink" Target="https://www.pngall.com/society-png/" TargetMode="External"/><Relationship Id="rId5" Type="http://schemas.openxmlformats.org/officeDocument/2006/relationships/image" Target="../media/image22.png"/><Relationship Id="rId4" Type="http://schemas.openxmlformats.org/officeDocument/2006/relationships/hyperlink" Target="https://svgsilh.com/pt/2196f3/image/156730.htm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stackoverflow.com/questions/15679751/pie-chart-icon-placing-algorithm/15791198" TargetMode="External"/><Relationship Id="rId3" Type="http://schemas.openxmlformats.org/officeDocument/2006/relationships/hyperlink" Target="https://pixabay.com/en/database-search-database-search-icon-2797375/" TargetMode="External"/><Relationship Id="rId7" Type="http://schemas.microsoft.com/office/2007/relationships/hdphoto" Target="../media/hdphoto2.wdp"/><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hyperlink" Target="https://www.pngall.com/storage-png/download/53843" TargetMode="Externa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B566AAA-6DB2-2ABD-AF2A-E22BC1914175}"/>
              </a:ext>
            </a:extLst>
          </p:cNvPr>
          <p:cNvSpPr>
            <a:spLocks noGrp="1"/>
          </p:cNvSpPr>
          <p:nvPr>
            <p:ph type="title"/>
          </p:nvPr>
        </p:nvSpPr>
        <p:spPr>
          <a:xfrm>
            <a:off x="-9552" y="2383445"/>
            <a:ext cx="12208056" cy="2086121"/>
          </a:xfrm>
        </p:spPr>
        <p:txBody>
          <a:bodyPr/>
          <a:lstStyle/>
          <a:p>
            <a:r>
              <a:rPr lang="en-US" sz="4800">
                <a:cs typeface="Posterama"/>
              </a:rPr>
              <a:t>Expression detection system</a:t>
            </a:r>
            <a:br>
              <a:rPr lang="en-US" sz="4800">
                <a:cs typeface="Posterama"/>
              </a:rPr>
            </a:br>
            <a:r>
              <a:rPr lang="en-US" sz="2000" b="0">
                <a:ea typeface="+mj-lt"/>
                <a:cs typeface="+mj-lt"/>
              </a:rPr>
              <a:t>Enhanced with Age, Gender Recognition and Database Integration</a:t>
            </a:r>
            <a:endParaRPr lang="en-US" sz="2400">
              <a:cs typeface="Posterama"/>
            </a:endParaRPr>
          </a:p>
        </p:txBody>
      </p:sp>
      <p:sp>
        <p:nvSpPr>
          <p:cNvPr id="14" name="Title 9">
            <a:extLst>
              <a:ext uri="{FF2B5EF4-FFF2-40B4-BE49-F238E27FC236}">
                <a16:creationId xmlns:a16="http://schemas.microsoft.com/office/drawing/2014/main" id="{FC5B4CC8-99FC-687D-B89C-7A84C137EBAB}"/>
              </a:ext>
            </a:extLst>
          </p:cNvPr>
          <p:cNvSpPr txBox="1">
            <a:spLocks/>
          </p:cNvSpPr>
          <p:nvPr/>
        </p:nvSpPr>
        <p:spPr>
          <a:xfrm>
            <a:off x="3730661" y="238471"/>
            <a:ext cx="4725355" cy="604096"/>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7200" b="1" i="0" kern="1200" cap="all" spc="300" baseline="0">
                <a:solidFill>
                  <a:schemeClr val="bg1"/>
                </a:solidFill>
                <a:latin typeface="+mj-lt"/>
                <a:ea typeface="+mj-ea"/>
                <a:cs typeface="Posterama" panose="020B0504020200020000" pitchFamily="34" charset="0"/>
              </a:defRPr>
            </a:lvl1pPr>
          </a:lstStyle>
          <a:p>
            <a:r>
              <a:rPr lang="en-US" sz="2000">
                <a:cs typeface="Posterama"/>
              </a:rPr>
              <a:t>Group</a:t>
            </a:r>
            <a:endParaRPr lang="en-US"/>
          </a:p>
          <a:p>
            <a:r>
              <a:rPr lang="en-US" sz="2000">
                <a:cs typeface="Posterama"/>
              </a:rPr>
              <a:t>7010</a:t>
            </a:r>
            <a:endParaRPr lang="en-US" sz="2000"/>
          </a:p>
        </p:txBody>
      </p:sp>
      <p:sp>
        <p:nvSpPr>
          <p:cNvPr id="2" name="Block Arc 1">
            <a:extLst>
              <a:ext uri="{FF2B5EF4-FFF2-40B4-BE49-F238E27FC236}">
                <a16:creationId xmlns:a16="http://schemas.microsoft.com/office/drawing/2014/main" id="{1C4BC9F5-986B-7954-8227-6C2CB3521974}"/>
              </a:ext>
            </a:extLst>
          </p:cNvPr>
          <p:cNvSpPr/>
          <p:nvPr/>
        </p:nvSpPr>
        <p:spPr>
          <a:xfrm>
            <a:off x="2969443" y="3542907"/>
            <a:ext cx="6237402" cy="6630185"/>
          </a:xfrm>
          <a:prstGeom prst="blockArc">
            <a:avLst/>
          </a:prstGeom>
          <a:solidFill>
            <a:srgbClr val="E0C902"/>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5" name="Title 9">
            <a:extLst>
              <a:ext uri="{FF2B5EF4-FFF2-40B4-BE49-F238E27FC236}">
                <a16:creationId xmlns:a16="http://schemas.microsoft.com/office/drawing/2014/main" id="{19BE6AE4-AAF0-E4FE-3C66-8D32007BC313}"/>
              </a:ext>
            </a:extLst>
          </p:cNvPr>
          <p:cNvSpPr txBox="1">
            <a:spLocks/>
          </p:cNvSpPr>
          <p:nvPr/>
        </p:nvSpPr>
        <p:spPr>
          <a:xfrm>
            <a:off x="2399808" y="5118330"/>
            <a:ext cx="7705114" cy="2048483"/>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7200" b="1" i="0" kern="1200" cap="all" spc="300" baseline="0">
                <a:solidFill>
                  <a:schemeClr val="bg1"/>
                </a:solidFill>
                <a:latin typeface="+mj-lt"/>
                <a:ea typeface="+mj-ea"/>
                <a:cs typeface="Posterama" panose="020B0504020200020000" pitchFamily="34" charset="0"/>
              </a:defRPr>
            </a:lvl1pPr>
          </a:lstStyle>
          <a:p>
            <a:pPr>
              <a:lnSpc>
                <a:spcPct val="100000"/>
              </a:lnSpc>
              <a:spcBef>
                <a:spcPts val="0"/>
              </a:spcBef>
              <a:spcAft>
                <a:spcPts val="600"/>
              </a:spcAft>
            </a:pPr>
            <a:endParaRPr lang="en-US" sz="1800">
              <a:solidFill>
                <a:schemeClr val="tx1"/>
              </a:solidFill>
              <a:cs typeface="Posterama"/>
            </a:endParaRPr>
          </a:p>
          <a:p>
            <a:pPr>
              <a:lnSpc>
                <a:spcPct val="100000"/>
              </a:lnSpc>
              <a:spcBef>
                <a:spcPts val="0"/>
              </a:spcBef>
              <a:spcAft>
                <a:spcPts val="600"/>
              </a:spcAft>
            </a:pPr>
            <a:r>
              <a:rPr lang="en-US" sz="1800">
                <a:solidFill>
                  <a:schemeClr val="tx1"/>
                </a:solidFill>
                <a:cs typeface="Posterama"/>
              </a:rPr>
              <a:t>GUIDE: </a:t>
            </a:r>
          </a:p>
          <a:p>
            <a:pPr>
              <a:lnSpc>
                <a:spcPct val="100000"/>
              </a:lnSpc>
              <a:spcBef>
                <a:spcPts val="0"/>
              </a:spcBef>
              <a:spcAft>
                <a:spcPts val="600"/>
              </a:spcAft>
            </a:pPr>
            <a:r>
              <a:rPr lang="en-US" sz="1800">
                <a:solidFill>
                  <a:schemeClr val="tx1"/>
                </a:solidFill>
                <a:cs typeface="Posterama"/>
              </a:rPr>
              <a:t>MR. YOGI REDDY MARAMREDDY</a:t>
            </a:r>
          </a:p>
          <a:p>
            <a:pPr>
              <a:lnSpc>
                <a:spcPct val="100000"/>
              </a:lnSpc>
              <a:spcBef>
                <a:spcPts val="0"/>
              </a:spcBef>
              <a:spcAft>
                <a:spcPts val="600"/>
              </a:spcAft>
            </a:pPr>
            <a:r>
              <a:rPr lang="en-US" sz="1800">
                <a:solidFill>
                  <a:schemeClr val="tx1"/>
                </a:solidFill>
                <a:cs typeface="Posterama"/>
              </a:rPr>
              <a:t>ASSISTANT PROFESSOR, COMPUTER SCIENCE AND ENGINEERING, GST , HYDERABAD</a:t>
            </a:r>
            <a:br>
              <a:rPr lang="en-US" sz="1100">
                <a:solidFill>
                  <a:schemeClr val="tx1"/>
                </a:solidFill>
                <a:latin typeface="Trebuchet MS"/>
              </a:rPr>
            </a:br>
            <a:endParaRPr lang="en-US" sz="1200" b="0">
              <a:solidFill>
                <a:schemeClr val="tx1"/>
              </a:solidFill>
              <a:latin typeface="Trebuchet MS"/>
            </a:endParaRPr>
          </a:p>
          <a:p>
            <a:pPr>
              <a:lnSpc>
                <a:spcPct val="100000"/>
              </a:lnSpc>
              <a:spcBef>
                <a:spcPts val="0"/>
              </a:spcBef>
              <a:spcAft>
                <a:spcPts val="600"/>
              </a:spcAft>
            </a:pPr>
            <a:endParaRPr lang="en-US" sz="1200" b="0">
              <a:solidFill>
                <a:schemeClr val="tx1"/>
              </a:solidFill>
              <a:latin typeface="Trebuchet MS"/>
            </a:endParaRPr>
          </a:p>
          <a:p>
            <a:pPr>
              <a:lnSpc>
                <a:spcPct val="100000"/>
              </a:lnSpc>
              <a:spcBef>
                <a:spcPts val="0"/>
              </a:spcBef>
              <a:spcAft>
                <a:spcPts val="600"/>
              </a:spcAft>
            </a:pPr>
            <a:endParaRPr lang="en-GB" sz="1800" b="0">
              <a:solidFill>
                <a:schemeClr val="tx1"/>
              </a:solidFill>
              <a:latin typeface="Trebuchet MS"/>
            </a:endParaRPr>
          </a:p>
          <a:p>
            <a:endParaRPr lang="en-US" sz="1800">
              <a:solidFill>
                <a:schemeClr val="tx1"/>
              </a:solidFill>
            </a:endParaRPr>
          </a:p>
        </p:txBody>
      </p:sp>
    </p:spTree>
    <p:extLst>
      <p:ext uri="{BB962C8B-B14F-4D97-AF65-F5344CB8AC3E}">
        <p14:creationId xmlns:p14="http://schemas.microsoft.com/office/powerpoint/2010/main" val="3177652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3BA2AFDE-DF7D-4E03-9B71-4867F893F0E4}"/>
              </a:ext>
            </a:extLst>
          </p:cNvPr>
          <p:cNvSpPr>
            <a:spLocks noGrp="1"/>
          </p:cNvSpPr>
          <p:nvPr/>
        </p:nvSpPr>
        <p:spPr>
          <a:xfrm>
            <a:off x="6498936" y="231531"/>
            <a:ext cx="7086219" cy="90661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6000" b="1" i="0" kern="1200" cap="all" spc="300" baseline="0">
                <a:solidFill>
                  <a:schemeClr val="bg1"/>
                </a:solidFill>
                <a:latin typeface="+mj-lt"/>
                <a:ea typeface="+mj-ea"/>
                <a:cs typeface="Posterama" panose="020B0504020200020000" pitchFamily="34" charset="0"/>
              </a:defRPr>
            </a:lvl1pPr>
          </a:lstStyle>
          <a:p>
            <a:r>
              <a:rPr lang="en-US" sz="5400" dirty="0">
                <a:cs typeface="Posterama"/>
              </a:rPr>
              <a:t>OVERVIEW</a:t>
            </a:r>
            <a:endParaRPr lang="en-US" dirty="0"/>
          </a:p>
        </p:txBody>
      </p:sp>
      <p:sp>
        <p:nvSpPr>
          <p:cNvPr id="15" name="Footer Placeholder 2">
            <a:extLst>
              <a:ext uri="{FF2B5EF4-FFF2-40B4-BE49-F238E27FC236}">
                <a16:creationId xmlns:a16="http://schemas.microsoft.com/office/drawing/2014/main" id="{DFE4A7BE-BE48-C949-8161-F09FBE5E039B}"/>
              </a:ext>
            </a:extLst>
          </p:cNvPr>
          <p:cNvSpPr>
            <a:spLocks noGrp="1"/>
          </p:cNvSpPr>
          <p:nvPr/>
        </p:nvSpPr>
        <p:spPr>
          <a:xfrm rot="5400000">
            <a:off x="9350812" y="2678207"/>
            <a:ext cx="4243390" cy="892308"/>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spc="300" baseline="0">
                <a:solidFill>
                  <a:schemeClr val="bg1"/>
                </a:solidFill>
                <a:latin typeface="+mj-lt"/>
                <a:ea typeface="+mn-ea"/>
                <a:cs typeface="Posterama" panose="020B0504020200020000"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ea typeface="+mj-lt"/>
                <a:cs typeface="+mj-lt"/>
              </a:rPr>
              <a:t>EXPRESSION DETECTION SYSTEM</a:t>
            </a:r>
            <a:endParaRPr lang="en-US"/>
          </a:p>
        </p:txBody>
      </p:sp>
      <p:sp>
        <p:nvSpPr>
          <p:cNvPr id="16" name="Slide Number Placeholder 3">
            <a:extLst>
              <a:ext uri="{FF2B5EF4-FFF2-40B4-BE49-F238E27FC236}">
                <a16:creationId xmlns:a16="http://schemas.microsoft.com/office/drawing/2014/main" id="{BC48036F-229D-BD01-39BE-1681A5F0B485}"/>
              </a:ext>
            </a:extLst>
          </p:cNvPr>
          <p:cNvSpPr>
            <a:spLocks noGrp="1"/>
          </p:cNvSpPr>
          <p:nvPr/>
        </p:nvSpPr>
        <p:spPr>
          <a:xfrm>
            <a:off x="10800881" y="5872164"/>
            <a:ext cx="1533993" cy="1127124"/>
          </a:xfrm>
          <a:prstGeom prst="rect">
            <a:avLst/>
          </a:prstGeom>
        </p:spPr>
        <p:txBody>
          <a:bodyPr vert="horz" lIns="91440" tIns="45720" rIns="91440" bIns="45720" rtlCol="0" anchor="ctr"/>
          <a:lstStyle>
            <a:defPPr>
              <a:defRPr lang="en-US"/>
            </a:defPPr>
            <a:lvl1pPr marL="0" algn="ctr" defTabSz="914400" rtl="0" eaLnBrk="1" latinLnBrk="0" hangingPunct="1">
              <a:defRPr sz="6000" b="0" i="0" kern="1200">
                <a:solidFill>
                  <a:schemeClr val="bg1"/>
                </a:solidFill>
                <a:latin typeface="+mj-lt"/>
                <a:ea typeface="+mn-ea"/>
                <a:cs typeface="Posterama" panose="020B0504020200020000"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95BBB0-0295-4C7E-A3D0-2F07981FE8CB}" type="slidenum">
              <a:rPr lang="en-US" smtClean="0"/>
              <a:pPr/>
              <a:t>2</a:t>
            </a:fld>
            <a:endParaRPr lang="en-US"/>
          </a:p>
        </p:txBody>
      </p:sp>
      <p:sp>
        <p:nvSpPr>
          <p:cNvPr id="17" name="TextBox 5">
            <a:extLst>
              <a:ext uri="{FF2B5EF4-FFF2-40B4-BE49-F238E27FC236}">
                <a16:creationId xmlns:a16="http://schemas.microsoft.com/office/drawing/2014/main" id="{968661A0-8829-78A6-B4B8-FBFD59FEEF13}"/>
              </a:ext>
            </a:extLst>
          </p:cNvPr>
          <p:cNvSpPr txBox="1"/>
          <p:nvPr/>
        </p:nvSpPr>
        <p:spPr>
          <a:xfrm>
            <a:off x="176848" y="1610436"/>
            <a:ext cx="10427462" cy="226677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lvl="2" indent="-228600" algn="just">
              <a:lnSpc>
                <a:spcPct val="150000"/>
              </a:lnSpc>
              <a:buFont typeface="Wingdings"/>
              <a:buChar char="§"/>
            </a:pPr>
            <a:r>
              <a:rPr lang="en-US" sz="1600" b="1" spc="50" dirty="0">
                <a:solidFill>
                  <a:schemeClr val="bg1"/>
                </a:solidFill>
              </a:rPr>
              <a:t>The Age-Gender-Emotion Prediction project aims to develop a system or model that can predict the age, gender, and emotional state of individuals based on various input sources such as images, videos, or text.</a:t>
            </a:r>
          </a:p>
          <a:p>
            <a:pPr marL="457200" lvl="2" indent="-228600" algn="just">
              <a:lnSpc>
                <a:spcPct val="150000"/>
              </a:lnSpc>
              <a:buFont typeface="Wingdings"/>
              <a:buChar char="§"/>
            </a:pPr>
            <a:r>
              <a:rPr lang="en-US" sz="1600" b="1" spc="50" dirty="0">
                <a:solidFill>
                  <a:schemeClr val="bg1"/>
                </a:solidFill>
              </a:rPr>
              <a:t>Importance of incorporating age and gender recognition for a more nuanced understanding of emotions. Necessity to store data in a database for future analysis and longitudinal tracking.</a:t>
            </a:r>
          </a:p>
        </p:txBody>
      </p:sp>
      <p:sp>
        <p:nvSpPr>
          <p:cNvPr id="2" name="TextBox 1">
            <a:extLst>
              <a:ext uri="{FF2B5EF4-FFF2-40B4-BE49-F238E27FC236}">
                <a16:creationId xmlns:a16="http://schemas.microsoft.com/office/drawing/2014/main" id="{47AD9391-A22B-9F6F-07C6-3BD34CA57735}"/>
              </a:ext>
            </a:extLst>
          </p:cNvPr>
          <p:cNvSpPr txBox="1"/>
          <p:nvPr/>
        </p:nvSpPr>
        <p:spPr>
          <a:xfrm>
            <a:off x="572663" y="3973438"/>
            <a:ext cx="3984823" cy="646331"/>
          </a:xfrm>
          <a:prstGeom prst="rect">
            <a:avLst/>
          </a:prstGeom>
          <a:noFill/>
        </p:spPr>
        <p:txBody>
          <a:bodyPr wrap="square" rtlCol="0">
            <a:spAutoFit/>
          </a:bodyPr>
          <a:lstStyle/>
          <a:p>
            <a:r>
              <a:rPr lang="en-US" sz="3600" b="1" dirty="0">
                <a:solidFill>
                  <a:srgbClr val="FFC000"/>
                </a:solidFill>
              </a:rPr>
              <a:t>APPLICATIONS</a:t>
            </a:r>
            <a:endParaRPr lang="en-IN" sz="3600" b="1" dirty="0">
              <a:solidFill>
                <a:srgbClr val="FFC000"/>
              </a:solidFill>
            </a:endParaRPr>
          </a:p>
        </p:txBody>
      </p:sp>
      <p:sp>
        <p:nvSpPr>
          <p:cNvPr id="3" name="TextBox 2">
            <a:extLst>
              <a:ext uri="{FF2B5EF4-FFF2-40B4-BE49-F238E27FC236}">
                <a16:creationId xmlns:a16="http://schemas.microsoft.com/office/drawing/2014/main" id="{9467FE00-2CAF-6FD7-3AFF-74B233394514}"/>
              </a:ext>
            </a:extLst>
          </p:cNvPr>
          <p:cNvSpPr txBox="1"/>
          <p:nvPr/>
        </p:nvSpPr>
        <p:spPr>
          <a:xfrm>
            <a:off x="572663" y="1016019"/>
            <a:ext cx="3227695" cy="646331"/>
          </a:xfrm>
          <a:prstGeom prst="rect">
            <a:avLst/>
          </a:prstGeom>
          <a:noFill/>
        </p:spPr>
        <p:txBody>
          <a:bodyPr wrap="square" rtlCol="0">
            <a:spAutoFit/>
          </a:bodyPr>
          <a:lstStyle/>
          <a:p>
            <a:r>
              <a:rPr lang="en-US" sz="3600" b="1" dirty="0">
                <a:solidFill>
                  <a:srgbClr val="FFC000"/>
                </a:solidFill>
              </a:rPr>
              <a:t>SCOPE</a:t>
            </a:r>
            <a:endParaRPr lang="en-IN" sz="2800" b="1" dirty="0">
              <a:solidFill>
                <a:srgbClr val="FFC000"/>
              </a:solidFill>
            </a:endParaRPr>
          </a:p>
        </p:txBody>
      </p:sp>
      <p:sp>
        <p:nvSpPr>
          <p:cNvPr id="4" name="TextBox 5">
            <a:extLst>
              <a:ext uri="{FF2B5EF4-FFF2-40B4-BE49-F238E27FC236}">
                <a16:creationId xmlns:a16="http://schemas.microsoft.com/office/drawing/2014/main" id="{DCE8DC4D-FAE6-AD82-0D3F-CB6A32A1AE79}"/>
              </a:ext>
            </a:extLst>
          </p:cNvPr>
          <p:cNvSpPr txBox="1"/>
          <p:nvPr/>
        </p:nvSpPr>
        <p:spPr>
          <a:xfrm>
            <a:off x="330385" y="4539940"/>
            <a:ext cx="10120388" cy="3386696"/>
          </a:xfrm>
          <a:prstGeom prst="rect">
            <a:avLst/>
          </a:prstGeom>
          <a:noFill/>
        </p:spPr>
        <p:txBody>
          <a:bodyPr rot="0" spcFirstLastPara="0" vert="horz" wrap="square" lIns="91440" tIns="45720" rIns="91440" bIns="45720" numCol="2"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lvl="2" indent="-228600" algn="just">
              <a:lnSpc>
                <a:spcPct val="150000"/>
              </a:lnSpc>
              <a:buFont typeface="Wingdings"/>
              <a:buChar char="§"/>
            </a:pPr>
            <a:r>
              <a:rPr lang="en-IN" sz="2000" b="1" spc="50" dirty="0">
                <a:solidFill>
                  <a:schemeClr val="bg1"/>
                </a:solidFill>
              </a:rPr>
              <a:t>MARKETING AND ADVERTISING</a:t>
            </a:r>
          </a:p>
          <a:p>
            <a:pPr marL="457200" lvl="2" indent="-228600" algn="just">
              <a:lnSpc>
                <a:spcPct val="150000"/>
              </a:lnSpc>
              <a:buFont typeface="Wingdings"/>
              <a:buChar char="§"/>
            </a:pPr>
            <a:r>
              <a:rPr lang="en-IN" sz="2000" b="1" spc="50" dirty="0">
                <a:solidFill>
                  <a:schemeClr val="bg1"/>
                </a:solidFill>
              </a:rPr>
              <a:t>CUSTOMER EXPERIENCE</a:t>
            </a:r>
          </a:p>
          <a:p>
            <a:pPr marL="457200" lvl="2" indent="-228600" algn="just">
              <a:lnSpc>
                <a:spcPct val="150000"/>
              </a:lnSpc>
              <a:buFont typeface="Wingdings"/>
              <a:buChar char="§"/>
            </a:pPr>
            <a:r>
              <a:rPr lang="en-IN" sz="2000" b="1" spc="50" dirty="0">
                <a:solidFill>
                  <a:schemeClr val="bg1"/>
                </a:solidFill>
              </a:rPr>
              <a:t>HEALTHCARE</a:t>
            </a:r>
          </a:p>
          <a:p>
            <a:pPr marL="457200" lvl="2" indent="-228600" algn="just">
              <a:lnSpc>
                <a:spcPct val="150000"/>
              </a:lnSpc>
              <a:buFont typeface="Wingdings"/>
              <a:buChar char="§"/>
            </a:pPr>
            <a:r>
              <a:rPr lang="en-IN" sz="2000" b="1" spc="50" dirty="0">
                <a:solidFill>
                  <a:schemeClr val="bg1"/>
                </a:solidFill>
              </a:rPr>
              <a:t>EDUCATION</a:t>
            </a:r>
          </a:p>
          <a:p>
            <a:pPr marL="457200" lvl="2" indent="-228600" algn="just">
              <a:lnSpc>
                <a:spcPct val="150000"/>
              </a:lnSpc>
              <a:buFont typeface="Wingdings"/>
              <a:buChar char="§"/>
            </a:pPr>
            <a:endParaRPr lang="en-IN" sz="2000" b="1" spc="50" dirty="0">
              <a:solidFill>
                <a:schemeClr val="bg1"/>
              </a:solidFill>
            </a:endParaRPr>
          </a:p>
          <a:p>
            <a:pPr marL="457200" lvl="2" indent="-228600" algn="just">
              <a:lnSpc>
                <a:spcPct val="150000"/>
              </a:lnSpc>
              <a:buFont typeface="Wingdings"/>
              <a:buChar char="§"/>
            </a:pPr>
            <a:endParaRPr lang="en-IN" sz="2000" b="1" spc="50" dirty="0">
              <a:solidFill>
                <a:schemeClr val="bg1"/>
              </a:solidFill>
            </a:endParaRPr>
          </a:p>
          <a:p>
            <a:pPr marL="457200" lvl="2" indent="-228600" algn="just">
              <a:lnSpc>
                <a:spcPct val="150000"/>
              </a:lnSpc>
              <a:buFont typeface="Wingdings"/>
              <a:buChar char="§"/>
            </a:pPr>
            <a:endParaRPr lang="en-IN" sz="2000" b="1" spc="50" dirty="0">
              <a:solidFill>
                <a:schemeClr val="bg1"/>
              </a:solidFill>
            </a:endParaRPr>
          </a:p>
          <a:p>
            <a:pPr marL="457200" lvl="2" indent="-228600" algn="just">
              <a:lnSpc>
                <a:spcPct val="150000"/>
              </a:lnSpc>
              <a:buFont typeface="Wingdings"/>
              <a:buChar char="§"/>
            </a:pPr>
            <a:r>
              <a:rPr lang="en-IN" sz="2000" b="1" spc="50" dirty="0">
                <a:solidFill>
                  <a:schemeClr val="bg1"/>
                </a:solidFill>
              </a:rPr>
              <a:t>HUMAN-COMPUTER INTERACTION (HCI)</a:t>
            </a:r>
          </a:p>
          <a:p>
            <a:pPr marL="457200" lvl="2" indent="-228600" algn="just">
              <a:lnSpc>
                <a:spcPct val="150000"/>
              </a:lnSpc>
              <a:buFont typeface="Wingdings"/>
              <a:buChar char="§"/>
            </a:pPr>
            <a:r>
              <a:rPr lang="en-IN" sz="2000" b="1" spc="50" dirty="0">
                <a:solidFill>
                  <a:schemeClr val="bg1"/>
                </a:solidFill>
              </a:rPr>
              <a:t>SECURITY AND SURVEILLANCE</a:t>
            </a:r>
          </a:p>
          <a:p>
            <a:pPr marL="457200" lvl="2" indent="-228600" algn="just">
              <a:lnSpc>
                <a:spcPct val="150000"/>
              </a:lnSpc>
              <a:buFont typeface="Wingdings"/>
              <a:buChar char="§"/>
            </a:pPr>
            <a:r>
              <a:rPr lang="en-IN" sz="2000" b="1" spc="50" dirty="0">
                <a:solidFill>
                  <a:schemeClr val="bg1"/>
                </a:solidFill>
              </a:rPr>
              <a:t>ENTERTAINMENT AND GAMING</a:t>
            </a:r>
            <a:endParaRPr lang="en-US" sz="2000" b="1" spc="50" dirty="0">
              <a:solidFill>
                <a:schemeClr val="bg1"/>
              </a:solidFill>
            </a:endParaRPr>
          </a:p>
        </p:txBody>
      </p:sp>
    </p:spTree>
    <p:extLst>
      <p:ext uri="{BB962C8B-B14F-4D97-AF65-F5344CB8AC3E}">
        <p14:creationId xmlns:p14="http://schemas.microsoft.com/office/powerpoint/2010/main" val="2839266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2D8238-1BE9-F63D-2B9A-7D4940CC6A47}"/>
              </a:ext>
            </a:extLst>
          </p:cNvPr>
          <p:cNvSpPr>
            <a:spLocks noGrp="1"/>
          </p:cNvSpPr>
          <p:nvPr/>
        </p:nvSpPr>
        <p:spPr>
          <a:xfrm>
            <a:off x="7244018" y="247162"/>
            <a:ext cx="9359621" cy="1618488"/>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6000" b="1" i="0" kern="1200" cap="all" spc="300" baseline="0">
                <a:solidFill>
                  <a:schemeClr val="bg1"/>
                </a:solidFill>
                <a:latin typeface="+mj-lt"/>
                <a:ea typeface="+mj-ea"/>
                <a:cs typeface="Posterama" panose="020B0504020200020000" pitchFamily="34" charset="0"/>
              </a:defRPr>
            </a:lvl1pPr>
          </a:lstStyle>
          <a:p>
            <a:r>
              <a:rPr lang="en-US" dirty="0">
                <a:cs typeface="Posterama"/>
              </a:rPr>
              <a:t>Datasets</a:t>
            </a:r>
            <a:endParaRPr lang="en-US" dirty="0"/>
          </a:p>
        </p:txBody>
      </p:sp>
      <p:sp>
        <p:nvSpPr>
          <p:cNvPr id="5" name="Footer Placeholder 1">
            <a:extLst>
              <a:ext uri="{FF2B5EF4-FFF2-40B4-BE49-F238E27FC236}">
                <a16:creationId xmlns:a16="http://schemas.microsoft.com/office/drawing/2014/main" id="{0A74039D-4011-0776-0DAF-6C1326B8B7BA}"/>
              </a:ext>
            </a:extLst>
          </p:cNvPr>
          <p:cNvSpPr>
            <a:spLocks noGrp="1"/>
          </p:cNvSpPr>
          <p:nvPr/>
        </p:nvSpPr>
        <p:spPr>
          <a:xfrm rot="5400000">
            <a:off x="9303308" y="2840600"/>
            <a:ext cx="4243390" cy="1533992"/>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spc="300" baseline="0">
                <a:solidFill>
                  <a:schemeClr val="bg1"/>
                </a:solidFill>
                <a:latin typeface="+mj-lt"/>
                <a:ea typeface="+mn-ea"/>
                <a:cs typeface="Posterama" panose="020B0504020200020000"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ea typeface="+mj-lt"/>
                <a:cs typeface="+mj-lt"/>
              </a:rPr>
              <a:t>EXPRESSION DETECTION SYSTEM</a:t>
            </a:r>
            <a:endParaRPr lang="en-US"/>
          </a:p>
        </p:txBody>
      </p:sp>
      <p:sp>
        <p:nvSpPr>
          <p:cNvPr id="6" name="Slide Number Placeholder 2">
            <a:extLst>
              <a:ext uri="{FF2B5EF4-FFF2-40B4-BE49-F238E27FC236}">
                <a16:creationId xmlns:a16="http://schemas.microsoft.com/office/drawing/2014/main" id="{EA8CEBC8-12B5-91F8-2BAE-44902CA3B99B}"/>
              </a:ext>
            </a:extLst>
          </p:cNvPr>
          <p:cNvSpPr>
            <a:spLocks noGrp="1"/>
          </p:cNvSpPr>
          <p:nvPr/>
        </p:nvSpPr>
        <p:spPr>
          <a:xfrm>
            <a:off x="10658006" y="5729289"/>
            <a:ext cx="1533993" cy="1127124"/>
          </a:xfrm>
          <a:prstGeom prst="rect">
            <a:avLst/>
          </a:prstGeom>
        </p:spPr>
        <p:txBody>
          <a:bodyPr vert="horz" lIns="91440" tIns="45720" rIns="91440" bIns="45720" rtlCol="0" anchor="ctr"/>
          <a:lstStyle>
            <a:defPPr>
              <a:defRPr lang="en-US"/>
            </a:defPPr>
            <a:lvl1pPr marL="0" algn="ctr" defTabSz="914400" rtl="0" eaLnBrk="1" latinLnBrk="0" hangingPunct="1">
              <a:defRPr sz="6000" b="0" i="0" kern="1200">
                <a:solidFill>
                  <a:schemeClr val="bg1"/>
                </a:solidFill>
                <a:latin typeface="+mj-lt"/>
                <a:ea typeface="+mn-ea"/>
                <a:cs typeface="Posterama" panose="020B0504020200020000"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95BBB0-0295-4C7E-A3D0-2F07981FE8CB}" type="slidenum">
              <a:rPr lang="en-US" smtClean="0"/>
              <a:pPr/>
              <a:t>3</a:t>
            </a:fld>
            <a:endParaRPr lang="en-US"/>
          </a:p>
        </p:txBody>
      </p:sp>
      <p:sp>
        <p:nvSpPr>
          <p:cNvPr id="2" name="Title 3">
            <a:extLst>
              <a:ext uri="{FF2B5EF4-FFF2-40B4-BE49-F238E27FC236}">
                <a16:creationId xmlns:a16="http://schemas.microsoft.com/office/drawing/2014/main" id="{33381DE0-0BF7-6065-739D-6440E9019496}"/>
              </a:ext>
            </a:extLst>
          </p:cNvPr>
          <p:cNvSpPr>
            <a:spLocks noGrp="1"/>
          </p:cNvSpPr>
          <p:nvPr/>
        </p:nvSpPr>
        <p:spPr>
          <a:xfrm>
            <a:off x="688728" y="982033"/>
            <a:ext cx="2866409" cy="62951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6000" b="1" i="0" kern="1200" cap="all" spc="300" baseline="0">
                <a:solidFill>
                  <a:schemeClr val="bg1"/>
                </a:solidFill>
                <a:latin typeface="+mj-lt"/>
                <a:ea typeface="+mj-ea"/>
                <a:cs typeface="Posterama" panose="020B0504020200020000" pitchFamily="34" charset="0"/>
              </a:defRPr>
            </a:lvl1pPr>
          </a:lstStyle>
          <a:p>
            <a:r>
              <a:rPr lang="en-US" sz="4000" dirty="0">
                <a:cs typeface="Posterama"/>
              </a:rPr>
              <a:t>FER2013</a:t>
            </a:r>
            <a:endParaRPr lang="en-US" sz="4000" dirty="0"/>
          </a:p>
        </p:txBody>
      </p:sp>
      <p:sp>
        <p:nvSpPr>
          <p:cNvPr id="8" name="Title 3">
            <a:extLst>
              <a:ext uri="{FF2B5EF4-FFF2-40B4-BE49-F238E27FC236}">
                <a16:creationId xmlns:a16="http://schemas.microsoft.com/office/drawing/2014/main" id="{E89F3A41-E7CE-E532-1883-5AF590CD6835}"/>
              </a:ext>
            </a:extLst>
          </p:cNvPr>
          <p:cNvSpPr>
            <a:spLocks noGrp="1"/>
          </p:cNvSpPr>
          <p:nvPr/>
        </p:nvSpPr>
        <p:spPr>
          <a:xfrm>
            <a:off x="688727" y="3748421"/>
            <a:ext cx="2866409" cy="62951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6000" b="1" i="0" kern="1200" cap="all" spc="300" baseline="0">
                <a:solidFill>
                  <a:schemeClr val="bg1"/>
                </a:solidFill>
                <a:latin typeface="+mj-lt"/>
                <a:ea typeface="+mj-ea"/>
                <a:cs typeface="Posterama" panose="020B0504020200020000" pitchFamily="34" charset="0"/>
              </a:defRPr>
            </a:lvl1pPr>
          </a:lstStyle>
          <a:p>
            <a:r>
              <a:rPr lang="en-US" sz="4000" dirty="0">
                <a:cs typeface="Posterama"/>
              </a:rPr>
              <a:t>UTKFACE</a:t>
            </a:r>
            <a:endParaRPr lang="en-US" dirty="0"/>
          </a:p>
        </p:txBody>
      </p:sp>
      <p:sp>
        <p:nvSpPr>
          <p:cNvPr id="9" name="TextBox 41">
            <a:extLst>
              <a:ext uri="{FF2B5EF4-FFF2-40B4-BE49-F238E27FC236}">
                <a16:creationId xmlns:a16="http://schemas.microsoft.com/office/drawing/2014/main" id="{A7626BD0-B7BA-0C49-745D-5895AC6B28FA}"/>
              </a:ext>
            </a:extLst>
          </p:cNvPr>
          <p:cNvSpPr txBox="1"/>
          <p:nvPr/>
        </p:nvSpPr>
        <p:spPr>
          <a:xfrm>
            <a:off x="235233" y="1485901"/>
            <a:ext cx="10814899" cy="218521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lvl="2" indent="-228600" algn="just">
              <a:lnSpc>
                <a:spcPct val="150000"/>
              </a:lnSpc>
              <a:buFont typeface="Wingdings"/>
              <a:buChar char="§"/>
            </a:pPr>
            <a:r>
              <a:rPr lang="en-US" sz="1600" b="1" spc="50" dirty="0">
                <a:solidFill>
                  <a:schemeClr val="bg1"/>
                </a:solidFill>
              </a:rPr>
              <a:t>Number of Images: </a:t>
            </a:r>
            <a:r>
              <a:rPr lang="en-US" sz="1600" spc="50" dirty="0">
                <a:solidFill>
                  <a:schemeClr val="bg1"/>
                </a:solidFill>
              </a:rPr>
              <a:t>FER2013 contains a total of 35,887 images of faces, providing a diverse and comprehensive set of samples.</a:t>
            </a:r>
          </a:p>
          <a:p>
            <a:pPr marL="457200" lvl="2" indent="-228600" algn="just">
              <a:lnSpc>
                <a:spcPct val="150000"/>
              </a:lnSpc>
              <a:buFont typeface="Wingdings"/>
              <a:buChar char="§"/>
            </a:pPr>
            <a:r>
              <a:rPr lang="en-US" sz="1600" b="1" spc="50" dirty="0">
                <a:solidFill>
                  <a:schemeClr val="bg1"/>
                </a:solidFill>
              </a:rPr>
              <a:t>Emotion Categories: </a:t>
            </a:r>
            <a:r>
              <a:rPr lang="en-US" sz="1600" spc="50" dirty="0">
                <a:solidFill>
                  <a:schemeClr val="bg1"/>
                </a:solidFill>
              </a:rPr>
              <a:t>The dataset includes seven emotion categories: Angry, Disgust, Fear, Happy, Neutral, Sad, and Surprise. These categories encompass a wide range of human emotions, making it suitable for training a robust emotion detection model.</a:t>
            </a:r>
          </a:p>
          <a:p>
            <a:pPr marL="514350" lvl="2" indent="-514350" algn="just"/>
            <a:endParaRPr lang="en-US" sz="1600" dirty="0">
              <a:solidFill>
                <a:schemeClr val="bg1"/>
              </a:solidFill>
              <a:latin typeface="Posterama"/>
              <a:ea typeface="Calibri"/>
              <a:cs typeface="Calibri"/>
            </a:endParaRPr>
          </a:p>
        </p:txBody>
      </p:sp>
      <p:sp>
        <p:nvSpPr>
          <p:cNvPr id="10" name="TextBox 41">
            <a:extLst>
              <a:ext uri="{FF2B5EF4-FFF2-40B4-BE49-F238E27FC236}">
                <a16:creationId xmlns:a16="http://schemas.microsoft.com/office/drawing/2014/main" id="{4BFF4671-F909-5F72-55A1-D8638358ED5D}"/>
              </a:ext>
            </a:extLst>
          </p:cNvPr>
          <p:cNvSpPr txBox="1"/>
          <p:nvPr/>
        </p:nvSpPr>
        <p:spPr>
          <a:xfrm>
            <a:off x="688727" y="4455237"/>
            <a:ext cx="10379211" cy="18994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sz="1600" spc="50" dirty="0">
                <a:solidFill>
                  <a:schemeClr val="bg1"/>
                </a:solidFill>
              </a:rPr>
              <a:t>The UTKFace dataset is a large-scale face dataset with long age span (range from 0 to 116 years old). The dataset consists of over 20,000 face images with annotations of age, gender, and ethnicity. The images cover large variation in pose, facial expression, illumination, occlusion, resolution, etc. This dataset could be used on a variety of tasks, e.g., face detection, age estimation, age progression/regression</a:t>
            </a:r>
            <a:r>
              <a:rPr lang="en-US" sz="1600" dirty="0">
                <a:solidFill>
                  <a:schemeClr val="bg1"/>
                </a:solidFill>
                <a:latin typeface="Posterama"/>
                <a:cs typeface="Calibri"/>
              </a:rPr>
              <a:t>, </a:t>
            </a:r>
            <a:r>
              <a:rPr lang="en-US" sz="1600" spc="50" dirty="0">
                <a:solidFill>
                  <a:schemeClr val="bg1"/>
                </a:solidFill>
              </a:rPr>
              <a:t>landmark localization, etc.</a:t>
            </a:r>
          </a:p>
        </p:txBody>
      </p:sp>
    </p:spTree>
    <p:extLst>
      <p:ext uri="{BB962C8B-B14F-4D97-AF65-F5344CB8AC3E}">
        <p14:creationId xmlns:p14="http://schemas.microsoft.com/office/powerpoint/2010/main" val="1040251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B59B537-8640-E276-62E7-592CB00D2BEC}"/>
              </a:ext>
            </a:extLst>
          </p:cNvPr>
          <p:cNvSpPr>
            <a:spLocks noGrp="1"/>
          </p:cNvSpPr>
          <p:nvPr>
            <p:ph type="body" sz="quarter" idx="14"/>
          </p:nvPr>
        </p:nvSpPr>
        <p:spPr>
          <a:xfrm rot="-5400000">
            <a:off x="9060249" y="-1734128"/>
            <a:ext cx="1398524" cy="4862216"/>
          </a:xfrm>
        </p:spPr>
        <p:txBody>
          <a:bodyPr/>
          <a:lstStyle/>
          <a:p>
            <a:endParaRPr lang="en-GB"/>
          </a:p>
        </p:txBody>
      </p:sp>
      <p:sp>
        <p:nvSpPr>
          <p:cNvPr id="7" name="Slide Number Placeholder 6">
            <a:extLst>
              <a:ext uri="{FF2B5EF4-FFF2-40B4-BE49-F238E27FC236}">
                <a16:creationId xmlns:a16="http://schemas.microsoft.com/office/drawing/2014/main" id="{B981A8C8-24A1-D994-A97E-FE784145C673}"/>
              </a:ext>
            </a:extLst>
          </p:cNvPr>
          <p:cNvSpPr>
            <a:spLocks noGrp="1"/>
          </p:cNvSpPr>
          <p:nvPr>
            <p:ph type="sldNum" sz="quarter" idx="11"/>
          </p:nvPr>
        </p:nvSpPr>
        <p:spPr/>
        <p:txBody>
          <a:bodyPr/>
          <a:lstStyle/>
          <a:p>
            <a:fld id="{0A95BBB0-0295-4C7E-A3D0-2F07981FE8CB}" type="slidenum">
              <a:rPr lang="en-US" smtClean="0"/>
              <a:pPr/>
              <a:t>4</a:t>
            </a:fld>
            <a:endParaRPr lang="en-US"/>
          </a:p>
        </p:txBody>
      </p:sp>
      <p:sp>
        <p:nvSpPr>
          <p:cNvPr id="9" name="Footer Placeholder 4">
            <a:extLst>
              <a:ext uri="{FF2B5EF4-FFF2-40B4-BE49-F238E27FC236}">
                <a16:creationId xmlns:a16="http://schemas.microsoft.com/office/drawing/2014/main" id="{AB9D76A8-F625-8CD0-56DA-76B2132D7523}"/>
              </a:ext>
            </a:extLst>
          </p:cNvPr>
          <p:cNvSpPr>
            <a:spLocks noGrp="1"/>
          </p:cNvSpPr>
          <p:nvPr>
            <p:ph type="ftr" sz="quarter" idx="10"/>
          </p:nvPr>
        </p:nvSpPr>
        <p:spPr>
          <a:xfrm>
            <a:off x="7566749" y="-302947"/>
            <a:ext cx="4243390" cy="1533992"/>
          </a:xfrm>
        </p:spPr>
        <p:txBody>
          <a:bodyPr/>
          <a:lstStyle/>
          <a:p>
            <a:r>
              <a:rPr lang="en-US" sz="1100">
                <a:ea typeface="+mj-lt"/>
                <a:cs typeface="+mj-lt"/>
              </a:rPr>
              <a:t>EXPRESSION DETECTION SYSTEM</a:t>
            </a:r>
            <a:endParaRPr lang="en-US" sz="1100"/>
          </a:p>
        </p:txBody>
      </p:sp>
      <p:graphicFrame>
        <p:nvGraphicFramePr>
          <p:cNvPr id="10" name="Diagram 9">
            <a:extLst>
              <a:ext uri="{FF2B5EF4-FFF2-40B4-BE49-F238E27FC236}">
                <a16:creationId xmlns:a16="http://schemas.microsoft.com/office/drawing/2014/main" id="{ABA3124B-F591-030A-BAA2-2B42142F1DA7}"/>
              </a:ext>
            </a:extLst>
          </p:cNvPr>
          <p:cNvGraphicFramePr/>
          <p:nvPr>
            <p:extLst>
              <p:ext uri="{D42A27DB-BD31-4B8C-83A1-F6EECF244321}">
                <p14:modId xmlns:p14="http://schemas.microsoft.com/office/powerpoint/2010/main" val="1758652796"/>
              </p:ext>
            </p:extLst>
          </p:nvPr>
        </p:nvGraphicFramePr>
        <p:xfrm>
          <a:off x="948070" y="-556"/>
          <a:ext cx="10304719" cy="72342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837" name="Title 3">
            <a:extLst>
              <a:ext uri="{FF2B5EF4-FFF2-40B4-BE49-F238E27FC236}">
                <a16:creationId xmlns:a16="http://schemas.microsoft.com/office/drawing/2014/main" id="{690455E9-C5A5-1023-3A12-A72401C6857F}"/>
              </a:ext>
            </a:extLst>
          </p:cNvPr>
          <p:cNvSpPr>
            <a:spLocks noGrp="1"/>
          </p:cNvSpPr>
          <p:nvPr>
            <p:ph type="title"/>
          </p:nvPr>
        </p:nvSpPr>
        <p:spPr>
          <a:xfrm>
            <a:off x="520756" y="704875"/>
            <a:ext cx="6448657" cy="1257127"/>
          </a:xfrm>
        </p:spPr>
        <p:txBody>
          <a:bodyPr/>
          <a:lstStyle/>
          <a:p>
            <a:r>
              <a:rPr lang="en-US" sz="4400" dirty="0">
                <a:cs typeface="Posterama"/>
              </a:rPr>
              <a:t>FLOWCHART</a:t>
            </a:r>
            <a:endParaRPr lang="en-US" dirty="0"/>
          </a:p>
        </p:txBody>
      </p:sp>
    </p:spTree>
    <p:extLst>
      <p:ext uri="{BB962C8B-B14F-4D97-AF65-F5344CB8AC3E}">
        <p14:creationId xmlns:p14="http://schemas.microsoft.com/office/powerpoint/2010/main" val="1454376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E9865-DAB3-37A6-2088-D352BF8D33E7}"/>
              </a:ext>
            </a:extLst>
          </p:cNvPr>
          <p:cNvSpPr>
            <a:spLocks noGrp="1"/>
          </p:cNvSpPr>
          <p:nvPr>
            <p:ph type="title"/>
          </p:nvPr>
        </p:nvSpPr>
        <p:spPr>
          <a:xfrm>
            <a:off x="695626" y="554781"/>
            <a:ext cx="9014756" cy="1618488"/>
          </a:xfrm>
        </p:spPr>
        <p:txBody>
          <a:bodyPr/>
          <a:lstStyle/>
          <a:p>
            <a:r>
              <a:rPr lang="en-US"/>
              <a:t>METHODOLOGIES</a:t>
            </a:r>
            <a:endParaRPr lang="en-IN"/>
          </a:p>
        </p:txBody>
      </p:sp>
      <p:sp>
        <p:nvSpPr>
          <p:cNvPr id="3" name="Text Placeholder 2">
            <a:extLst>
              <a:ext uri="{FF2B5EF4-FFF2-40B4-BE49-F238E27FC236}">
                <a16:creationId xmlns:a16="http://schemas.microsoft.com/office/drawing/2014/main" id="{4FF79518-5510-4743-DCF3-9CBD15B99379}"/>
              </a:ext>
            </a:extLst>
          </p:cNvPr>
          <p:cNvSpPr>
            <a:spLocks noGrp="1"/>
          </p:cNvSpPr>
          <p:nvPr>
            <p:ph type="body" sz="quarter" idx="12"/>
          </p:nvPr>
        </p:nvSpPr>
        <p:spPr>
          <a:xfrm>
            <a:off x="1365184" y="2665190"/>
            <a:ext cx="2377440" cy="365760"/>
          </a:xfrm>
        </p:spPr>
        <p:txBody>
          <a:bodyPr/>
          <a:lstStyle/>
          <a:p>
            <a:r>
              <a:rPr lang="en-US"/>
              <a:t>CNN MODELS	</a:t>
            </a:r>
            <a:endParaRPr lang="en-IN"/>
          </a:p>
        </p:txBody>
      </p:sp>
      <p:sp>
        <p:nvSpPr>
          <p:cNvPr id="5" name="Text Placeholder 4">
            <a:extLst>
              <a:ext uri="{FF2B5EF4-FFF2-40B4-BE49-F238E27FC236}">
                <a16:creationId xmlns:a16="http://schemas.microsoft.com/office/drawing/2014/main" id="{7C2EB9C0-A502-AC45-6BCB-DC45DA921CC2}"/>
              </a:ext>
            </a:extLst>
          </p:cNvPr>
          <p:cNvSpPr>
            <a:spLocks noGrp="1"/>
          </p:cNvSpPr>
          <p:nvPr>
            <p:ph type="body" sz="quarter" idx="14"/>
          </p:nvPr>
        </p:nvSpPr>
        <p:spPr>
          <a:xfrm>
            <a:off x="4193543" y="2482310"/>
            <a:ext cx="3118104" cy="365760"/>
          </a:xfrm>
        </p:spPr>
        <p:txBody>
          <a:bodyPr/>
          <a:lstStyle/>
          <a:p>
            <a:pPr algn="ctr"/>
            <a:r>
              <a:rPr lang="en-US" dirty="0"/>
              <a:t>WEBCAM</a:t>
            </a:r>
          </a:p>
          <a:p>
            <a:pPr algn="ctr"/>
            <a:r>
              <a:rPr lang="en-US" dirty="0"/>
              <a:t>IMPLEMENTATION</a:t>
            </a:r>
            <a:endParaRPr lang="en-IN" dirty="0"/>
          </a:p>
        </p:txBody>
      </p:sp>
      <p:sp>
        <p:nvSpPr>
          <p:cNvPr id="7" name="Text Placeholder 6">
            <a:extLst>
              <a:ext uri="{FF2B5EF4-FFF2-40B4-BE49-F238E27FC236}">
                <a16:creationId xmlns:a16="http://schemas.microsoft.com/office/drawing/2014/main" id="{9591A004-1E74-9439-0F53-5F99128D383D}"/>
              </a:ext>
            </a:extLst>
          </p:cNvPr>
          <p:cNvSpPr>
            <a:spLocks noGrp="1"/>
          </p:cNvSpPr>
          <p:nvPr>
            <p:ph type="body" sz="quarter" idx="16"/>
          </p:nvPr>
        </p:nvSpPr>
        <p:spPr>
          <a:xfrm>
            <a:off x="7634620" y="2482310"/>
            <a:ext cx="2377440" cy="365760"/>
          </a:xfrm>
        </p:spPr>
        <p:txBody>
          <a:bodyPr/>
          <a:lstStyle/>
          <a:p>
            <a:pPr algn="ctr"/>
            <a:r>
              <a:rPr lang="en-US"/>
              <a:t>DATABASE INTEGRATION</a:t>
            </a:r>
            <a:endParaRPr lang="en-IN"/>
          </a:p>
        </p:txBody>
      </p:sp>
      <p:sp>
        <p:nvSpPr>
          <p:cNvPr id="9" name="Footer Placeholder 8">
            <a:extLst>
              <a:ext uri="{FF2B5EF4-FFF2-40B4-BE49-F238E27FC236}">
                <a16:creationId xmlns:a16="http://schemas.microsoft.com/office/drawing/2014/main" id="{25DBA98F-47D2-9E34-5A55-54F6675ED1CD}"/>
              </a:ext>
            </a:extLst>
          </p:cNvPr>
          <p:cNvSpPr>
            <a:spLocks noGrp="1"/>
          </p:cNvSpPr>
          <p:nvPr>
            <p:ph type="ftr" sz="quarter" idx="10"/>
          </p:nvPr>
        </p:nvSpPr>
        <p:spPr/>
        <p:txBody>
          <a:bodyPr/>
          <a:lstStyle/>
          <a:p>
            <a:r>
              <a:rPr lang="en-US"/>
              <a:t>EXPRESSION DETECTION</a:t>
            </a:r>
          </a:p>
        </p:txBody>
      </p:sp>
      <p:sp>
        <p:nvSpPr>
          <p:cNvPr id="10" name="Slide Number Placeholder 9">
            <a:extLst>
              <a:ext uri="{FF2B5EF4-FFF2-40B4-BE49-F238E27FC236}">
                <a16:creationId xmlns:a16="http://schemas.microsoft.com/office/drawing/2014/main" id="{823127F0-4B83-71A8-DACF-4E7C2B86B090}"/>
              </a:ext>
            </a:extLst>
          </p:cNvPr>
          <p:cNvSpPr>
            <a:spLocks noGrp="1"/>
          </p:cNvSpPr>
          <p:nvPr>
            <p:ph type="sldNum" sz="quarter" idx="11"/>
          </p:nvPr>
        </p:nvSpPr>
        <p:spPr/>
        <p:txBody>
          <a:bodyPr/>
          <a:lstStyle/>
          <a:p>
            <a:fld id="{0A95BBB0-0295-4C7E-A3D0-2F07981FE8CB}" type="slidenum">
              <a:rPr lang="en-US" smtClean="0"/>
              <a:pPr/>
              <a:t>5</a:t>
            </a:fld>
            <a:endParaRPr lang="en-US"/>
          </a:p>
        </p:txBody>
      </p:sp>
      <p:pic>
        <p:nvPicPr>
          <p:cNvPr id="1026" name="Picture 2" descr="Neural network - Free networking icons">
            <a:extLst>
              <a:ext uri="{FF2B5EF4-FFF2-40B4-BE49-F238E27FC236}">
                <a16:creationId xmlns:a16="http://schemas.microsoft.com/office/drawing/2014/main" id="{FDE64F8E-65FA-C438-1368-9AC9E2E7E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5184" y="3470289"/>
            <a:ext cx="2377440" cy="24515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ebcam - Free technology icons">
            <a:extLst>
              <a:ext uri="{FF2B5EF4-FFF2-40B4-BE49-F238E27FC236}">
                <a16:creationId xmlns:a16="http://schemas.microsoft.com/office/drawing/2014/main" id="{A6F6C02E-1E8B-CE36-8166-84FB7F0C60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427" y="3614639"/>
            <a:ext cx="2088739" cy="208873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atabase - Free seo and web icons">
            <a:extLst>
              <a:ext uri="{FF2B5EF4-FFF2-40B4-BE49-F238E27FC236}">
                <a16:creationId xmlns:a16="http://schemas.microsoft.com/office/drawing/2014/main" id="{36C5FEA7-6261-9CE3-32E1-41153937A0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8970" y="3705752"/>
            <a:ext cx="2088740" cy="2088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293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A2964D-5768-4672-3F82-A576EBABBC30}"/>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DA60D557-2C7A-DA23-AE36-33A4852D3548}"/>
              </a:ext>
            </a:extLst>
          </p:cNvPr>
          <p:cNvSpPr txBox="1"/>
          <p:nvPr/>
        </p:nvSpPr>
        <p:spPr>
          <a:xfrm rot="10800000" flipV="1">
            <a:off x="8015459" y="9868226"/>
            <a:ext cx="3056095" cy="369332"/>
          </a:xfrm>
          <a:prstGeom prst="rect">
            <a:avLst/>
          </a:prstGeom>
          <a:noFill/>
        </p:spPr>
        <p:txBody>
          <a:bodyPr wrap="square" rtlCol="0">
            <a:spAutoFit/>
          </a:bodyPr>
          <a:lstStyle/>
          <a:p>
            <a:r>
              <a:rPr lang="en-IN" sz="900">
                <a:hlinkClick r:id="rId2" tooltip="https://www.pngall.com/emotion-png/"/>
              </a:rPr>
              <a:t>This Photo</a:t>
            </a:r>
            <a:r>
              <a:rPr lang="en-IN" sz="900"/>
              <a:t> by Unknown Author is licensed under </a:t>
            </a:r>
            <a:r>
              <a:rPr lang="en-IN" sz="900">
                <a:hlinkClick r:id="rId3" tooltip="https://creativecommons.org/licenses/by-nc/3.0/"/>
              </a:rPr>
              <a:t>CC BY-NC</a:t>
            </a:r>
            <a:endParaRPr lang="en-IN" sz="900"/>
          </a:p>
        </p:txBody>
      </p:sp>
      <p:sp>
        <p:nvSpPr>
          <p:cNvPr id="12" name="Rectangle 11">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42B2F"/>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913B067F-3154-4968-A886-DF93A787E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7" name="Oval 16">
              <a:extLst>
                <a:ext uri="{FF2B5EF4-FFF2-40B4-BE49-F238E27FC236}">
                  <a16:creationId xmlns:a16="http://schemas.microsoft.com/office/drawing/2014/main" id="{97583D6C-C05B-47AB-8540-B2700B82A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501AD91-D973-4968-95E4-4C26CFDF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C165989-F5FE-4BB6-9817-E7828CB1D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B0649CC-B912-4E82-BEA0-DA75ECB19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BA08C17-C9A5-4FA8-ABC4-44FB3B869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0DEAC6C-553C-437E-BC17-D4495233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7" name="Straight Connector 26">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5" name="Straight Connector 34">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5" name="Title 4">
            <a:extLst>
              <a:ext uri="{FF2B5EF4-FFF2-40B4-BE49-F238E27FC236}">
                <a16:creationId xmlns:a16="http://schemas.microsoft.com/office/drawing/2014/main" id="{AA1E16EF-05FF-F7B5-17BA-A2D01E4A5136}"/>
              </a:ext>
            </a:extLst>
          </p:cNvPr>
          <p:cNvSpPr>
            <a:spLocks noGrp="1"/>
          </p:cNvSpPr>
          <p:nvPr>
            <p:ph type="title"/>
          </p:nvPr>
        </p:nvSpPr>
        <p:spPr>
          <a:xfrm>
            <a:off x="2201009" y="2649794"/>
            <a:ext cx="7777634" cy="2295781"/>
          </a:xfrm>
          <a:noFill/>
        </p:spPr>
        <p:txBody>
          <a:bodyPr vert="horz" lIns="91440" tIns="45720" rIns="91440" bIns="45720" rtlCol="0" anchor="t">
            <a:normAutofit/>
          </a:bodyPr>
          <a:lstStyle/>
          <a:p>
            <a:r>
              <a:rPr lang="en-US" sz="8000" dirty="0">
                <a:cs typeface="+mj-cs"/>
              </a:rPr>
              <a:t>CNN models</a:t>
            </a:r>
            <a:endParaRPr lang="en-US" sz="8000" kern="1200" dirty="0">
              <a:latin typeface="+mj-lt"/>
              <a:ea typeface="+mj-ea"/>
              <a:cs typeface="+mj-cs"/>
            </a:endParaRPr>
          </a:p>
        </p:txBody>
      </p:sp>
      <p:grpSp>
        <p:nvGrpSpPr>
          <p:cNvPr id="40" name="Group 39">
            <a:extLst>
              <a:ext uri="{FF2B5EF4-FFF2-40B4-BE49-F238E27FC236}">
                <a16:creationId xmlns:a16="http://schemas.microsoft.com/office/drawing/2014/main" id="{1F4E1649-4D1F-4A91-AF97-A254BFDD52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776904"/>
            <a:ext cx="304800" cy="429768"/>
            <a:chOff x="215328" y="-46937"/>
            <a:chExt cx="304800" cy="2773841"/>
          </a:xfrm>
        </p:grpSpPr>
        <p:cxnSp>
          <p:nvCxnSpPr>
            <p:cNvPr id="41" name="Straight Connector 40">
              <a:extLst>
                <a:ext uri="{FF2B5EF4-FFF2-40B4-BE49-F238E27FC236}">
                  <a16:creationId xmlns:a16="http://schemas.microsoft.com/office/drawing/2014/main" id="{FE483602-62F9-474D-9C9B-5EE4CD7671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D7D1AC0-A6C7-40E3-9841-F34AC831A4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951C4DD-7427-497D-9DE3-9D731D3F45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EE18298-0BF5-4D7A-921A-2F4186E8D9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 name="Footer Placeholder 2">
            <a:extLst>
              <a:ext uri="{FF2B5EF4-FFF2-40B4-BE49-F238E27FC236}">
                <a16:creationId xmlns:a16="http://schemas.microsoft.com/office/drawing/2014/main" id="{C016729A-A6CD-0AF2-7868-5EB51EE00906}"/>
              </a:ext>
            </a:extLst>
          </p:cNvPr>
          <p:cNvSpPr>
            <a:spLocks noGrp="1"/>
          </p:cNvSpPr>
          <p:nvPr>
            <p:ph type="ftr" sz="quarter" idx="10"/>
          </p:nvPr>
        </p:nvSpPr>
        <p:spPr>
          <a:xfrm>
            <a:off x="630936" y="6308832"/>
            <a:ext cx="8320722" cy="548640"/>
          </a:xfrm>
        </p:spPr>
        <p:txBody>
          <a:bodyPr vert="horz" lIns="91440" tIns="45720" rIns="91440" bIns="45720" rtlCol="0" anchor="ctr">
            <a:normAutofit/>
          </a:bodyPr>
          <a:lstStyle/>
          <a:p>
            <a:pPr algn="just">
              <a:spcAft>
                <a:spcPts val="600"/>
              </a:spcAft>
            </a:pPr>
            <a:r>
              <a:rPr lang="en-US" sz="1050" kern="1200">
                <a:latin typeface="+mn-lt"/>
                <a:ea typeface="+mn-ea"/>
                <a:cs typeface="+mn-cs"/>
              </a:rPr>
              <a:t>EXPRESSION DETECTION SYSTEM</a:t>
            </a:r>
          </a:p>
        </p:txBody>
      </p:sp>
      <p:sp>
        <p:nvSpPr>
          <p:cNvPr id="4" name="Slide Number Placeholder 3">
            <a:extLst>
              <a:ext uri="{FF2B5EF4-FFF2-40B4-BE49-F238E27FC236}">
                <a16:creationId xmlns:a16="http://schemas.microsoft.com/office/drawing/2014/main" id="{846BDD32-6BB7-7021-4C1C-4873828DE587}"/>
              </a:ext>
            </a:extLst>
          </p:cNvPr>
          <p:cNvSpPr>
            <a:spLocks noGrp="1"/>
          </p:cNvSpPr>
          <p:nvPr>
            <p:ph type="sldNum" sz="quarter" idx="11"/>
          </p:nvPr>
        </p:nvSpPr>
        <p:spPr>
          <a:xfrm>
            <a:off x="0" y="6309360"/>
            <a:ext cx="640080" cy="548640"/>
          </a:xfrm>
        </p:spPr>
        <p:txBody>
          <a:bodyPr vert="horz" lIns="91440" tIns="45720" rIns="91440" bIns="45720" rtlCol="0" anchor="ctr">
            <a:normAutofit/>
          </a:bodyPr>
          <a:lstStyle/>
          <a:p>
            <a:pPr>
              <a:spcAft>
                <a:spcPts val="600"/>
              </a:spcAft>
            </a:pPr>
            <a:fld id="{0A95BBB0-0295-4C7E-A3D0-2F07981FE8CB}" type="slidenum">
              <a:rPr lang="en-US" sz="1200">
                <a:latin typeface="+mn-lt"/>
                <a:cs typeface="+mn-cs"/>
              </a:rPr>
              <a:pPr>
                <a:spcAft>
                  <a:spcPts val="600"/>
                </a:spcAft>
              </a:pPr>
              <a:t>6</a:t>
            </a:fld>
            <a:endParaRPr lang="en-US" sz="1200">
              <a:latin typeface="+mn-lt"/>
              <a:cs typeface="+mn-cs"/>
            </a:endParaRPr>
          </a:p>
        </p:txBody>
      </p:sp>
      <p:sp>
        <p:nvSpPr>
          <p:cNvPr id="46" name="Oval 45">
            <a:extLst>
              <a:ext uri="{FF2B5EF4-FFF2-40B4-BE49-F238E27FC236}">
                <a16:creationId xmlns:a16="http://schemas.microsoft.com/office/drawing/2014/main" id="{773AEA78-C03B-40B7-9D11-DC022119D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60000"/>
                  <a:lumOff val="4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82A2296E-076E-11BC-DFB0-E3D31EE5DE95}"/>
              </a:ext>
            </a:extLst>
          </p:cNvPr>
          <p:cNvSpPr>
            <a:spLocks noGrp="1"/>
          </p:cNvSpPr>
          <p:nvPr>
            <p:ph type="body" sz="quarter" idx="13"/>
          </p:nvPr>
        </p:nvSpPr>
        <p:spPr>
          <a:xfrm>
            <a:off x="5925304" y="4018143"/>
            <a:ext cx="5549111" cy="2129599"/>
          </a:xfrm>
          <a:noFill/>
        </p:spPr>
        <p:txBody>
          <a:bodyPr vert="horz" lIns="91440" tIns="45720" rIns="91440" bIns="45720" rtlCol="0" anchor="t">
            <a:normAutofit/>
          </a:bodyPr>
          <a:lstStyle/>
          <a:p>
            <a:pPr indent="-228600">
              <a:lnSpc>
                <a:spcPct val="90000"/>
              </a:lnSpc>
              <a:buFont typeface="Arial" panose="020B0604020202020204" pitchFamily="34" charset="0"/>
              <a:buChar char="•"/>
            </a:pPr>
            <a:endParaRPr lang="en-US" sz="1800"/>
          </a:p>
          <a:p>
            <a:pPr indent="-228600">
              <a:lnSpc>
                <a:spcPct val="90000"/>
              </a:lnSpc>
              <a:buFont typeface="Arial" panose="020B0604020202020204" pitchFamily="34" charset="0"/>
              <a:buChar char="•"/>
            </a:pPr>
            <a:endParaRPr lang="en-US" sz="1800"/>
          </a:p>
        </p:txBody>
      </p:sp>
      <p:pic>
        <p:nvPicPr>
          <p:cNvPr id="9" name="Picture 8">
            <a:extLst>
              <a:ext uri="{FF2B5EF4-FFF2-40B4-BE49-F238E27FC236}">
                <a16:creationId xmlns:a16="http://schemas.microsoft.com/office/drawing/2014/main" id="{811DABE5-098E-370F-1BAE-B876B222F7D9}"/>
              </a:ext>
            </a:extLst>
          </p:cNvPr>
          <p:cNvPicPr>
            <a:picLocks noChangeAspect="1"/>
          </p:cNvPicPr>
          <p:nvPr/>
        </p:nvPicPr>
        <p:blipFill>
          <a:blip r:embed="rId4">
            <a:alphaModFix amt="35000"/>
            <a:extLst>
              <a:ext uri="{837473B0-CC2E-450A-ABE3-18F120FF3D39}">
                <a1611:picAttrSrcUrl xmlns:a1611="http://schemas.microsoft.com/office/drawing/2016/11/main" r:id="rId2"/>
              </a:ext>
            </a:extLst>
          </a:blip>
          <a:stretch>
            <a:fillRect/>
          </a:stretch>
        </p:blipFill>
        <p:spPr>
          <a:xfrm rot="10800000" flipV="1">
            <a:off x="8910794" y="565457"/>
            <a:ext cx="2448083" cy="2448083"/>
          </a:xfrm>
          <a:prstGeom prst="rect">
            <a:avLst/>
          </a:prstGeom>
        </p:spPr>
      </p:pic>
      <p:pic>
        <p:nvPicPr>
          <p:cNvPr id="13" name="Picture 12">
            <a:extLst>
              <a:ext uri="{FF2B5EF4-FFF2-40B4-BE49-F238E27FC236}">
                <a16:creationId xmlns:a16="http://schemas.microsoft.com/office/drawing/2014/main" id="{FDC82D42-F258-2126-F64F-708DE514BD28}"/>
              </a:ext>
            </a:extLst>
          </p:cNvPr>
          <p:cNvPicPr>
            <a:picLocks noChangeAspect="1"/>
          </p:cNvPicPr>
          <p:nvPr/>
        </p:nvPicPr>
        <p:blipFill>
          <a:blip r:embed="rId5">
            <a:alphaModFix amt="35000"/>
            <a:extLst>
              <a:ext uri="{837473B0-CC2E-450A-ABE3-18F120FF3D39}">
                <a1611:picAttrSrcUrl xmlns:a1611="http://schemas.microsoft.com/office/drawing/2016/11/main" r:id="rId6"/>
              </a:ext>
            </a:extLst>
          </a:blip>
          <a:stretch>
            <a:fillRect/>
          </a:stretch>
        </p:blipFill>
        <p:spPr>
          <a:xfrm>
            <a:off x="2585611" y="3533668"/>
            <a:ext cx="1563806" cy="1563806"/>
          </a:xfrm>
          <a:prstGeom prst="rect">
            <a:avLst/>
          </a:prstGeom>
        </p:spPr>
      </p:pic>
      <p:pic>
        <p:nvPicPr>
          <p:cNvPr id="2052" name="Picture 4" descr="Age Basic Rounded Flat icon">
            <a:extLst>
              <a:ext uri="{FF2B5EF4-FFF2-40B4-BE49-F238E27FC236}">
                <a16:creationId xmlns:a16="http://schemas.microsoft.com/office/drawing/2014/main" id="{7185B6D9-25B0-169C-183F-FDFFE346949F}"/>
              </a:ext>
            </a:extLst>
          </p:cNvPr>
          <p:cNvPicPr>
            <a:picLocks noChangeAspect="1" noChangeArrowheads="1"/>
          </p:cNvPicPr>
          <p:nvPr/>
        </p:nvPicPr>
        <p:blipFill>
          <a:blip r:embed="rId7">
            <a:alphaModFix amt="35000"/>
            <a:extLst>
              <a:ext uri="{BEBA8EAE-BF5A-486C-A8C5-ECC9F3942E4B}">
                <a14:imgProps xmlns:a14="http://schemas.microsoft.com/office/drawing/2010/main">
                  <a14:imgLayer r:embed="rId8">
                    <a14:imgEffect>
                      <a14:artisticChalkSketch/>
                    </a14:imgEffect>
                  </a14:imgLayer>
                </a14:imgProps>
              </a:ext>
              <a:ext uri="{28A0092B-C50C-407E-A947-70E740481C1C}">
                <a14:useLocalDpi xmlns:a14="http://schemas.microsoft.com/office/drawing/2010/main" val="0"/>
              </a:ext>
            </a:extLst>
          </a:blip>
          <a:srcRect/>
          <a:stretch>
            <a:fillRect/>
          </a:stretch>
        </p:blipFill>
        <p:spPr bwMode="auto">
          <a:xfrm>
            <a:off x="10066385" y="4144698"/>
            <a:ext cx="2082514" cy="2082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500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42783-9401-2B57-E953-C2CAC362BE11}"/>
              </a:ext>
            </a:extLst>
          </p:cNvPr>
          <p:cNvSpPr>
            <a:spLocks noGrp="1"/>
          </p:cNvSpPr>
          <p:nvPr>
            <p:ph type="title"/>
          </p:nvPr>
        </p:nvSpPr>
        <p:spPr>
          <a:xfrm>
            <a:off x="434454" y="200391"/>
            <a:ext cx="8332368" cy="1618488"/>
          </a:xfrm>
        </p:spPr>
        <p:txBody>
          <a:bodyPr/>
          <a:lstStyle/>
          <a:p>
            <a:r>
              <a:rPr lang="en-US" sz="4800" dirty="0"/>
              <a:t>LIBRARIES USED</a:t>
            </a:r>
            <a:endParaRPr lang="en-IN" sz="4800" dirty="0"/>
          </a:p>
        </p:txBody>
      </p:sp>
      <p:sp>
        <p:nvSpPr>
          <p:cNvPr id="5" name="Text Placeholder 4">
            <a:extLst>
              <a:ext uri="{FF2B5EF4-FFF2-40B4-BE49-F238E27FC236}">
                <a16:creationId xmlns:a16="http://schemas.microsoft.com/office/drawing/2014/main" id="{65F6F22E-82F0-1DE7-DF17-1A577EC5EF30}"/>
              </a:ext>
            </a:extLst>
          </p:cNvPr>
          <p:cNvSpPr>
            <a:spLocks noGrp="1"/>
          </p:cNvSpPr>
          <p:nvPr>
            <p:ph type="body" sz="quarter" idx="14"/>
          </p:nvPr>
        </p:nvSpPr>
        <p:spPr/>
        <p:txBody>
          <a:bodyPr/>
          <a:lstStyle/>
          <a:p>
            <a:endParaRPr lang="en-IN" sz="1400" dirty="0"/>
          </a:p>
        </p:txBody>
      </p:sp>
      <p:sp>
        <p:nvSpPr>
          <p:cNvPr id="6" name="Footer Placeholder 5">
            <a:extLst>
              <a:ext uri="{FF2B5EF4-FFF2-40B4-BE49-F238E27FC236}">
                <a16:creationId xmlns:a16="http://schemas.microsoft.com/office/drawing/2014/main" id="{2EE3661F-CC15-04D3-DF21-8B16EE9356CF}"/>
              </a:ext>
            </a:extLst>
          </p:cNvPr>
          <p:cNvSpPr>
            <a:spLocks noGrp="1"/>
          </p:cNvSpPr>
          <p:nvPr>
            <p:ph type="ftr" sz="quarter" idx="10"/>
          </p:nvPr>
        </p:nvSpPr>
        <p:spPr/>
        <p:txBody>
          <a:bodyPr/>
          <a:lstStyle/>
          <a:p>
            <a:r>
              <a:rPr lang="en-US" sz="1050"/>
              <a:t>EXPRESSION DETECTION</a:t>
            </a:r>
          </a:p>
        </p:txBody>
      </p:sp>
      <p:sp>
        <p:nvSpPr>
          <p:cNvPr id="7" name="Slide Number Placeholder 6">
            <a:extLst>
              <a:ext uri="{FF2B5EF4-FFF2-40B4-BE49-F238E27FC236}">
                <a16:creationId xmlns:a16="http://schemas.microsoft.com/office/drawing/2014/main" id="{B17DEBA0-CBCD-EB26-BF1E-60B08EB8ABA3}"/>
              </a:ext>
            </a:extLst>
          </p:cNvPr>
          <p:cNvSpPr>
            <a:spLocks noGrp="1"/>
          </p:cNvSpPr>
          <p:nvPr>
            <p:ph type="sldNum" sz="quarter" idx="11"/>
          </p:nvPr>
        </p:nvSpPr>
        <p:spPr/>
        <p:txBody>
          <a:bodyPr/>
          <a:lstStyle/>
          <a:p>
            <a:fld id="{0A95BBB0-0295-4C7E-A3D0-2F07981FE8CB}" type="slidenum">
              <a:rPr lang="en-US" sz="4800" smtClean="0"/>
              <a:pPr/>
              <a:t>7</a:t>
            </a:fld>
            <a:endParaRPr lang="en-US" sz="4800"/>
          </a:p>
        </p:txBody>
      </p:sp>
      <p:pic>
        <p:nvPicPr>
          <p:cNvPr id="9" name="Picture 8">
            <a:extLst>
              <a:ext uri="{FF2B5EF4-FFF2-40B4-BE49-F238E27FC236}">
                <a16:creationId xmlns:a16="http://schemas.microsoft.com/office/drawing/2014/main" id="{6DC27731-496D-3600-14A7-CB5D25E572BE}"/>
              </a:ext>
            </a:extLst>
          </p:cNvPr>
          <p:cNvPicPr>
            <a:picLocks noChangeAspect="1"/>
          </p:cNvPicPr>
          <p:nvPr/>
        </p:nvPicPr>
        <p:blipFill>
          <a:blip r:embed="rId2"/>
          <a:stretch>
            <a:fillRect/>
          </a:stretch>
        </p:blipFill>
        <p:spPr>
          <a:xfrm>
            <a:off x="490910" y="1065139"/>
            <a:ext cx="6564984" cy="1471370"/>
          </a:xfrm>
          <a:prstGeom prst="rect">
            <a:avLst/>
          </a:prstGeom>
        </p:spPr>
      </p:pic>
      <p:pic>
        <p:nvPicPr>
          <p:cNvPr id="11" name="Picture 10">
            <a:extLst>
              <a:ext uri="{FF2B5EF4-FFF2-40B4-BE49-F238E27FC236}">
                <a16:creationId xmlns:a16="http://schemas.microsoft.com/office/drawing/2014/main" id="{26668CF7-1A6B-D77D-4BDF-766157F0DF27}"/>
              </a:ext>
            </a:extLst>
          </p:cNvPr>
          <p:cNvPicPr>
            <a:picLocks noChangeAspect="1"/>
          </p:cNvPicPr>
          <p:nvPr/>
        </p:nvPicPr>
        <p:blipFill rotWithShape="1">
          <a:blip r:embed="rId3"/>
          <a:srcRect r="6968"/>
          <a:stretch/>
        </p:blipFill>
        <p:spPr>
          <a:xfrm>
            <a:off x="490909" y="2809302"/>
            <a:ext cx="6735581" cy="1430380"/>
          </a:xfrm>
          <a:prstGeom prst="rect">
            <a:avLst/>
          </a:prstGeom>
        </p:spPr>
      </p:pic>
      <p:pic>
        <p:nvPicPr>
          <p:cNvPr id="13" name="Picture 12">
            <a:extLst>
              <a:ext uri="{FF2B5EF4-FFF2-40B4-BE49-F238E27FC236}">
                <a16:creationId xmlns:a16="http://schemas.microsoft.com/office/drawing/2014/main" id="{9B30E6AA-200C-074B-79AF-AC8DCCC50421}"/>
              </a:ext>
            </a:extLst>
          </p:cNvPr>
          <p:cNvPicPr>
            <a:picLocks noChangeAspect="1"/>
          </p:cNvPicPr>
          <p:nvPr/>
        </p:nvPicPr>
        <p:blipFill>
          <a:blip r:embed="rId4"/>
          <a:stretch>
            <a:fillRect/>
          </a:stretch>
        </p:blipFill>
        <p:spPr>
          <a:xfrm>
            <a:off x="490909" y="4512475"/>
            <a:ext cx="6068265" cy="2145134"/>
          </a:xfrm>
          <a:prstGeom prst="rect">
            <a:avLst/>
          </a:prstGeom>
        </p:spPr>
      </p:pic>
      <p:sp>
        <p:nvSpPr>
          <p:cNvPr id="14" name="TextBox 13">
            <a:extLst>
              <a:ext uri="{FF2B5EF4-FFF2-40B4-BE49-F238E27FC236}">
                <a16:creationId xmlns:a16="http://schemas.microsoft.com/office/drawing/2014/main" id="{F0481D3E-6833-D053-CF45-12BBC91682A3}"/>
              </a:ext>
            </a:extLst>
          </p:cNvPr>
          <p:cNvSpPr txBox="1"/>
          <p:nvPr/>
        </p:nvSpPr>
        <p:spPr>
          <a:xfrm>
            <a:off x="7461316" y="1549936"/>
            <a:ext cx="2231214" cy="369332"/>
          </a:xfrm>
          <a:prstGeom prst="rect">
            <a:avLst/>
          </a:prstGeom>
          <a:noFill/>
        </p:spPr>
        <p:txBody>
          <a:bodyPr wrap="square" rtlCol="0">
            <a:spAutoFit/>
          </a:bodyPr>
          <a:lstStyle/>
          <a:p>
            <a:r>
              <a:rPr lang="en-US" b="1" dirty="0">
                <a:solidFill>
                  <a:schemeClr val="bg1"/>
                </a:solidFill>
              </a:rPr>
              <a:t>EMOTION MODEL</a:t>
            </a:r>
            <a:endParaRPr lang="en-IN" b="1" dirty="0">
              <a:solidFill>
                <a:schemeClr val="bg1"/>
              </a:solidFill>
            </a:endParaRPr>
          </a:p>
        </p:txBody>
      </p:sp>
      <p:sp>
        <p:nvSpPr>
          <p:cNvPr id="15" name="TextBox 14">
            <a:extLst>
              <a:ext uri="{FF2B5EF4-FFF2-40B4-BE49-F238E27FC236}">
                <a16:creationId xmlns:a16="http://schemas.microsoft.com/office/drawing/2014/main" id="{D1E57E47-2DF7-BB93-4FBA-A5745EA624DD}"/>
              </a:ext>
            </a:extLst>
          </p:cNvPr>
          <p:cNvSpPr txBox="1"/>
          <p:nvPr/>
        </p:nvSpPr>
        <p:spPr>
          <a:xfrm>
            <a:off x="7546614" y="3339826"/>
            <a:ext cx="2231214" cy="646331"/>
          </a:xfrm>
          <a:prstGeom prst="rect">
            <a:avLst/>
          </a:prstGeom>
          <a:noFill/>
        </p:spPr>
        <p:txBody>
          <a:bodyPr wrap="square" rtlCol="0">
            <a:spAutoFit/>
          </a:bodyPr>
          <a:lstStyle/>
          <a:p>
            <a:r>
              <a:rPr lang="en-US" b="1" dirty="0">
                <a:solidFill>
                  <a:schemeClr val="bg1"/>
                </a:solidFill>
              </a:rPr>
              <a:t>AGE-GENDER MODEL</a:t>
            </a:r>
            <a:endParaRPr lang="en-IN" b="1" dirty="0">
              <a:solidFill>
                <a:schemeClr val="bg1"/>
              </a:solidFill>
            </a:endParaRPr>
          </a:p>
        </p:txBody>
      </p:sp>
      <p:sp>
        <p:nvSpPr>
          <p:cNvPr id="16" name="TextBox 15">
            <a:extLst>
              <a:ext uri="{FF2B5EF4-FFF2-40B4-BE49-F238E27FC236}">
                <a16:creationId xmlns:a16="http://schemas.microsoft.com/office/drawing/2014/main" id="{D45E6197-14EA-B181-07FC-DA3E6D1F25D4}"/>
              </a:ext>
            </a:extLst>
          </p:cNvPr>
          <p:cNvSpPr txBox="1"/>
          <p:nvPr/>
        </p:nvSpPr>
        <p:spPr>
          <a:xfrm>
            <a:off x="6964596" y="5448032"/>
            <a:ext cx="2231214" cy="369332"/>
          </a:xfrm>
          <a:prstGeom prst="rect">
            <a:avLst/>
          </a:prstGeom>
          <a:noFill/>
        </p:spPr>
        <p:txBody>
          <a:bodyPr wrap="square" rtlCol="0">
            <a:spAutoFit/>
          </a:bodyPr>
          <a:lstStyle/>
          <a:p>
            <a:r>
              <a:rPr lang="en-US" b="1" dirty="0">
                <a:solidFill>
                  <a:schemeClr val="bg1"/>
                </a:solidFill>
              </a:rPr>
              <a:t>DRIVER</a:t>
            </a:r>
            <a:endParaRPr lang="en-IN" b="1" dirty="0">
              <a:solidFill>
                <a:schemeClr val="bg1"/>
              </a:solidFill>
            </a:endParaRPr>
          </a:p>
        </p:txBody>
      </p:sp>
    </p:spTree>
    <p:extLst>
      <p:ext uri="{BB962C8B-B14F-4D97-AF65-F5344CB8AC3E}">
        <p14:creationId xmlns:p14="http://schemas.microsoft.com/office/powerpoint/2010/main" val="3676658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42783-9401-2B57-E953-C2CAC362BE11}"/>
              </a:ext>
            </a:extLst>
          </p:cNvPr>
          <p:cNvSpPr>
            <a:spLocks noGrp="1"/>
          </p:cNvSpPr>
          <p:nvPr>
            <p:ph type="title"/>
          </p:nvPr>
        </p:nvSpPr>
        <p:spPr>
          <a:xfrm>
            <a:off x="220636" y="2861128"/>
            <a:ext cx="6235083" cy="683435"/>
          </a:xfrm>
        </p:spPr>
        <p:txBody>
          <a:bodyPr/>
          <a:lstStyle/>
          <a:p>
            <a:r>
              <a:rPr lang="en-US" sz="4800" dirty="0"/>
              <a:t>EMOTION MODEL</a:t>
            </a:r>
            <a:endParaRPr lang="en-IN" sz="4800" dirty="0"/>
          </a:p>
        </p:txBody>
      </p:sp>
      <p:sp>
        <p:nvSpPr>
          <p:cNvPr id="5" name="Text Placeholder 4">
            <a:extLst>
              <a:ext uri="{FF2B5EF4-FFF2-40B4-BE49-F238E27FC236}">
                <a16:creationId xmlns:a16="http://schemas.microsoft.com/office/drawing/2014/main" id="{65F6F22E-82F0-1DE7-DF17-1A577EC5EF30}"/>
              </a:ext>
            </a:extLst>
          </p:cNvPr>
          <p:cNvSpPr>
            <a:spLocks noGrp="1"/>
          </p:cNvSpPr>
          <p:nvPr>
            <p:ph type="body" sz="quarter" idx="14"/>
          </p:nvPr>
        </p:nvSpPr>
        <p:spPr/>
        <p:txBody>
          <a:bodyPr/>
          <a:lstStyle/>
          <a:p>
            <a:endParaRPr lang="en-IN" sz="1400" dirty="0"/>
          </a:p>
        </p:txBody>
      </p:sp>
      <p:sp>
        <p:nvSpPr>
          <p:cNvPr id="6" name="Footer Placeholder 5">
            <a:extLst>
              <a:ext uri="{FF2B5EF4-FFF2-40B4-BE49-F238E27FC236}">
                <a16:creationId xmlns:a16="http://schemas.microsoft.com/office/drawing/2014/main" id="{2EE3661F-CC15-04D3-DF21-8B16EE9356CF}"/>
              </a:ext>
            </a:extLst>
          </p:cNvPr>
          <p:cNvSpPr>
            <a:spLocks noGrp="1"/>
          </p:cNvSpPr>
          <p:nvPr>
            <p:ph type="ftr" sz="quarter" idx="10"/>
          </p:nvPr>
        </p:nvSpPr>
        <p:spPr>
          <a:xfrm>
            <a:off x="3895481" y="5945165"/>
            <a:ext cx="4243390" cy="1533992"/>
          </a:xfrm>
        </p:spPr>
        <p:txBody>
          <a:bodyPr/>
          <a:lstStyle/>
          <a:p>
            <a:r>
              <a:rPr lang="en-US" sz="1050" dirty="0"/>
              <a:t>EXPRESSION DETECTION</a:t>
            </a:r>
          </a:p>
        </p:txBody>
      </p:sp>
      <p:sp>
        <p:nvSpPr>
          <p:cNvPr id="7" name="Slide Number Placeholder 6">
            <a:extLst>
              <a:ext uri="{FF2B5EF4-FFF2-40B4-BE49-F238E27FC236}">
                <a16:creationId xmlns:a16="http://schemas.microsoft.com/office/drawing/2014/main" id="{B17DEBA0-CBCD-EB26-BF1E-60B08EB8ABA3}"/>
              </a:ext>
            </a:extLst>
          </p:cNvPr>
          <p:cNvSpPr>
            <a:spLocks noGrp="1"/>
          </p:cNvSpPr>
          <p:nvPr>
            <p:ph type="sldNum" sz="quarter" idx="11"/>
          </p:nvPr>
        </p:nvSpPr>
        <p:spPr/>
        <p:txBody>
          <a:bodyPr/>
          <a:lstStyle/>
          <a:p>
            <a:fld id="{0A95BBB0-0295-4C7E-A3D0-2F07981FE8CB}" type="slidenum">
              <a:rPr lang="en-US" sz="4800" smtClean="0"/>
              <a:pPr/>
              <a:t>8</a:t>
            </a:fld>
            <a:endParaRPr lang="en-US" sz="4800"/>
          </a:p>
        </p:txBody>
      </p:sp>
      <p:pic>
        <p:nvPicPr>
          <p:cNvPr id="4" name="Picture 3">
            <a:extLst>
              <a:ext uri="{FF2B5EF4-FFF2-40B4-BE49-F238E27FC236}">
                <a16:creationId xmlns:a16="http://schemas.microsoft.com/office/drawing/2014/main" id="{1971507D-6138-59ED-93B2-7AA53F358EDB}"/>
              </a:ext>
            </a:extLst>
          </p:cNvPr>
          <p:cNvPicPr>
            <a:picLocks noChangeAspect="1"/>
          </p:cNvPicPr>
          <p:nvPr/>
        </p:nvPicPr>
        <p:blipFill>
          <a:blip r:embed="rId2"/>
          <a:stretch>
            <a:fillRect/>
          </a:stretch>
        </p:blipFill>
        <p:spPr>
          <a:xfrm>
            <a:off x="288545" y="433147"/>
            <a:ext cx="5274127" cy="1618488"/>
          </a:xfrm>
          <a:prstGeom prst="rect">
            <a:avLst/>
          </a:prstGeom>
        </p:spPr>
      </p:pic>
      <p:pic>
        <p:nvPicPr>
          <p:cNvPr id="10" name="Picture 9">
            <a:extLst>
              <a:ext uri="{FF2B5EF4-FFF2-40B4-BE49-F238E27FC236}">
                <a16:creationId xmlns:a16="http://schemas.microsoft.com/office/drawing/2014/main" id="{4C3FD876-771D-2D51-C541-1F827A5B30D1}"/>
              </a:ext>
            </a:extLst>
          </p:cNvPr>
          <p:cNvPicPr>
            <a:picLocks noChangeAspect="1"/>
          </p:cNvPicPr>
          <p:nvPr/>
        </p:nvPicPr>
        <p:blipFill>
          <a:blip r:embed="rId3"/>
          <a:stretch>
            <a:fillRect/>
          </a:stretch>
        </p:blipFill>
        <p:spPr>
          <a:xfrm>
            <a:off x="271361" y="4377823"/>
            <a:ext cx="5505503" cy="2108491"/>
          </a:xfrm>
          <a:prstGeom prst="rect">
            <a:avLst/>
          </a:prstGeom>
        </p:spPr>
      </p:pic>
      <p:pic>
        <p:nvPicPr>
          <p:cNvPr id="17" name="Picture 16">
            <a:extLst>
              <a:ext uri="{FF2B5EF4-FFF2-40B4-BE49-F238E27FC236}">
                <a16:creationId xmlns:a16="http://schemas.microsoft.com/office/drawing/2014/main" id="{283C006E-3C70-CD17-8E65-810875EB7C94}"/>
              </a:ext>
            </a:extLst>
          </p:cNvPr>
          <p:cNvPicPr>
            <a:picLocks noChangeAspect="1"/>
          </p:cNvPicPr>
          <p:nvPr/>
        </p:nvPicPr>
        <p:blipFill>
          <a:blip r:embed="rId4"/>
          <a:stretch>
            <a:fillRect/>
          </a:stretch>
        </p:blipFill>
        <p:spPr>
          <a:xfrm>
            <a:off x="7438030" y="128771"/>
            <a:ext cx="4616284" cy="2802180"/>
          </a:xfrm>
          <a:prstGeom prst="rect">
            <a:avLst/>
          </a:prstGeom>
        </p:spPr>
      </p:pic>
      <p:pic>
        <p:nvPicPr>
          <p:cNvPr id="19" name="Picture 18">
            <a:extLst>
              <a:ext uri="{FF2B5EF4-FFF2-40B4-BE49-F238E27FC236}">
                <a16:creationId xmlns:a16="http://schemas.microsoft.com/office/drawing/2014/main" id="{F35FB0E4-85D7-E67A-AED4-6764A4C6CD5D}"/>
              </a:ext>
            </a:extLst>
          </p:cNvPr>
          <p:cNvPicPr>
            <a:picLocks noChangeAspect="1"/>
          </p:cNvPicPr>
          <p:nvPr/>
        </p:nvPicPr>
        <p:blipFill>
          <a:blip r:embed="rId5"/>
          <a:stretch>
            <a:fillRect/>
          </a:stretch>
        </p:blipFill>
        <p:spPr>
          <a:xfrm>
            <a:off x="6872459" y="4326677"/>
            <a:ext cx="4116514" cy="2159637"/>
          </a:xfrm>
          <a:prstGeom prst="rect">
            <a:avLst/>
          </a:prstGeom>
        </p:spPr>
      </p:pic>
      <p:sp>
        <p:nvSpPr>
          <p:cNvPr id="20" name="TextBox 19">
            <a:extLst>
              <a:ext uri="{FF2B5EF4-FFF2-40B4-BE49-F238E27FC236}">
                <a16:creationId xmlns:a16="http://schemas.microsoft.com/office/drawing/2014/main" id="{D86DA1B3-6335-0672-6E33-64951C60981E}"/>
              </a:ext>
            </a:extLst>
          </p:cNvPr>
          <p:cNvSpPr txBox="1"/>
          <p:nvPr/>
        </p:nvSpPr>
        <p:spPr>
          <a:xfrm>
            <a:off x="169127" y="2162191"/>
            <a:ext cx="2854985" cy="369332"/>
          </a:xfrm>
          <a:prstGeom prst="rect">
            <a:avLst/>
          </a:prstGeom>
          <a:noFill/>
        </p:spPr>
        <p:txBody>
          <a:bodyPr wrap="square" rtlCol="0">
            <a:spAutoFit/>
          </a:bodyPr>
          <a:lstStyle/>
          <a:p>
            <a:r>
              <a:rPr lang="en-US" b="1" dirty="0">
                <a:solidFill>
                  <a:schemeClr val="bg1"/>
                </a:solidFill>
              </a:rPr>
              <a:t>DATAFRAME CREATION</a:t>
            </a:r>
            <a:endParaRPr lang="en-IN" b="1" dirty="0">
              <a:solidFill>
                <a:schemeClr val="bg1"/>
              </a:solidFill>
            </a:endParaRPr>
          </a:p>
        </p:txBody>
      </p:sp>
      <p:sp>
        <p:nvSpPr>
          <p:cNvPr id="21" name="TextBox 20">
            <a:extLst>
              <a:ext uri="{FF2B5EF4-FFF2-40B4-BE49-F238E27FC236}">
                <a16:creationId xmlns:a16="http://schemas.microsoft.com/office/drawing/2014/main" id="{075094B3-BB17-87C2-321B-B4353C5670EF}"/>
              </a:ext>
            </a:extLst>
          </p:cNvPr>
          <p:cNvSpPr txBox="1"/>
          <p:nvPr/>
        </p:nvSpPr>
        <p:spPr>
          <a:xfrm>
            <a:off x="271361" y="3916178"/>
            <a:ext cx="2854985" cy="369332"/>
          </a:xfrm>
          <a:prstGeom prst="rect">
            <a:avLst/>
          </a:prstGeom>
          <a:noFill/>
        </p:spPr>
        <p:txBody>
          <a:bodyPr wrap="square" rtlCol="0">
            <a:spAutoFit/>
          </a:bodyPr>
          <a:lstStyle/>
          <a:p>
            <a:r>
              <a:rPr lang="en-US" b="1" dirty="0">
                <a:solidFill>
                  <a:schemeClr val="bg1"/>
                </a:solidFill>
              </a:rPr>
              <a:t>FEATURE EXTRACTION</a:t>
            </a:r>
            <a:endParaRPr lang="en-IN" b="1" dirty="0">
              <a:solidFill>
                <a:schemeClr val="bg1"/>
              </a:solidFill>
            </a:endParaRPr>
          </a:p>
        </p:txBody>
      </p:sp>
      <p:sp>
        <p:nvSpPr>
          <p:cNvPr id="23" name="TextBox 22">
            <a:extLst>
              <a:ext uri="{FF2B5EF4-FFF2-40B4-BE49-F238E27FC236}">
                <a16:creationId xmlns:a16="http://schemas.microsoft.com/office/drawing/2014/main" id="{CCED5AC9-6656-C4E0-C5A3-C29504C56EF3}"/>
              </a:ext>
            </a:extLst>
          </p:cNvPr>
          <p:cNvSpPr txBox="1"/>
          <p:nvPr/>
        </p:nvSpPr>
        <p:spPr>
          <a:xfrm>
            <a:off x="8786552" y="3955992"/>
            <a:ext cx="2854985" cy="369332"/>
          </a:xfrm>
          <a:prstGeom prst="rect">
            <a:avLst/>
          </a:prstGeom>
          <a:noFill/>
        </p:spPr>
        <p:txBody>
          <a:bodyPr wrap="square" rtlCol="0">
            <a:spAutoFit/>
          </a:bodyPr>
          <a:lstStyle/>
          <a:p>
            <a:r>
              <a:rPr lang="en-US" b="1" dirty="0">
                <a:solidFill>
                  <a:schemeClr val="bg1"/>
                </a:solidFill>
              </a:rPr>
              <a:t>SAVING FEATURES</a:t>
            </a:r>
            <a:endParaRPr lang="en-IN" b="1" dirty="0">
              <a:solidFill>
                <a:schemeClr val="bg1"/>
              </a:solidFill>
            </a:endParaRPr>
          </a:p>
        </p:txBody>
      </p:sp>
      <p:sp>
        <p:nvSpPr>
          <p:cNvPr id="24" name="TextBox 23">
            <a:extLst>
              <a:ext uri="{FF2B5EF4-FFF2-40B4-BE49-F238E27FC236}">
                <a16:creationId xmlns:a16="http://schemas.microsoft.com/office/drawing/2014/main" id="{3345108C-FEFE-9432-7138-24F7F666A668}"/>
              </a:ext>
            </a:extLst>
          </p:cNvPr>
          <p:cNvSpPr txBox="1"/>
          <p:nvPr/>
        </p:nvSpPr>
        <p:spPr>
          <a:xfrm>
            <a:off x="9283394" y="2940542"/>
            <a:ext cx="2854985" cy="369332"/>
          </a:xfrm>
          <a:prstGeom prst="rect">
            <a:avLst/>
          </a:prstGeom>
          <a:noFill/>
        </p:spPr>
        <p:txBody>
          <a:bodyPr wrap="square" rtlCol="0">
            <a:spAutoFit/>
          </a:bodyPr>
          <a:lstStyle/>
          <a:p>
            <a:pPr algn="r"/>
            <a:r>
              <a:rPr lang="en-US" b="1" dirty="0">
                <a:solidFill>
                  <a:schemeClr val="bg1"/>
                </a:solidFill>
              </a:rPr>
              <a:t>NEURAL NETWORK</a:t>
            </a:r>
            <a:endParaRPr lang="en-IN" b="1" dirty="0">
              <a:solidFill>
                <a:schemeClr val="bg1"/>
              </a:solidFill>
            </a:endParaRPr>
          </a:p>
        </p:txBody>
      </p:sp>
    </p:spTree>
    <p:extLst>
      <p:ext uri="{BB962C8B-B14F-4D97-AF65-F5344CB8AC3E}">
        <p14:creationId xmlns:p14="http://schemas.microsoft.com/office/powerpoint/2010/main" val="3403311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40C49-3065-6579-44DC-1FEA29736A18}"/>
              </a:ext>
            </a:extLst>
          </p:cNvPr>
          <p:cNvSpPr>
            <a:spLocks noGrp="1"/>
          </p:cNvSpPr>
          <p:nvPr>
            <p:ph type="title"/>
          </p:nvPr>
        </p:nvSpPr>
        <p:spPr>
          <a:xfrm>
            <a:off x="624606" y="502919"/>
            <a:ext cx="4272159" cy="1035183"/>
          </a:xfrm>
        </p:spPr>
        <p:txBody>
          <a:bodyPr/>
          <a:lstStyle/>
          <a:p>
            <a:r>
              <a:rPr lang="en-US" sz="5400" dirty="0"/>
              <a:t>METRICS</a:t>
            </a:r>
            <a:endParaRPr lang="en-IN" sz="5400" dirty="0"/>
          </a:p>
        </p:txBody>
      </p:sp>
      <p:sp>
        <p:nvSpPr>
          <p:cNvPr id="3" name="Text Placeholder 2">
            <a:extLst>
              <a:ext uri="{FF2B5EF4-FFF2-40B4-BE49-F238E27FC236}">
                <a16:creationId xmlns:a16="http://schemas.microsoft.com/office/drawing/2014/main" id="{037FE067-612F-903E-8A27-2695299BC8D0}"/>
              </a:ext>
            </a:extLst>
          </p:cNvPr>
          <p:cNvSpPr>
            <a:spLocks noGrp="1"/>
          </p:cNvSpPr>
          <p:nvPr>
            <p:ph type="body" sz="quarter" idx="12"/>
          </p:nvPr>
        </p:nvSpPr>
        <p:spPr>
          <a:xfrm>
            <a:off x="670834" y="1246078"/>
            <a:ext cx="4179701" cy="365760"/>
          </a:xfrm>
        </p:spPr>
        <p:txBody>
          <a:bodyPr/>
          <a:lstStyle/>
          <a:p>
            <a:r>
              <a:rPr lang="en-US" dirty="0"/>
              <a:t>EMOTION MODEL</a:t>
            </a:r>
            <a:endParaRPr lang="en-IN" dirty="0"/>
          </a:p>
        </p:txBody>
      </p:sp>
      <p:sp>
        <p:nvSpPr>
          <p:cNvPr id="9" name="Footer Placeholder 8">
            <a:extLst>
              <a:ext uri="{FF2B5EF4-FFF2-40B4-BE49-F238E27FC236}">
                <a16:creationId xmlns:a16="http://schemas.microsoft.com/office/drawing/2014/main" id="{5626B647-288A-6F29-B169-2979AA7DA2AB}"/>
              </a:ext>
            </a:extLst>
          </p:cNvPr>
          <p:cNvSpPr>
            <a:spLocks noGrp="1"/>
          </p:cNvSpPr>
          <p:nvPr>
            <p:ph type="ftr" sz="quarter" idx="10"/>
          </p:nvPr>
        </p:nvSpPr>
        <p:spPr>
          <a:xfrm>
            <a:off x="7672395" y="5729289"/>
            <a:ext cx="4243390" cy="1533992"/>
          </a:xfrm>
        </p:spPr>
        <p:txBody>
          <a:bodyPr/>
          <a:lstStyle/>
          <a:p>
            <a:r>
              <a:rPr lang="en-US" dirty="0"/>
              <a:t>EXPRESSION DETECTION</a:t>
            </a:r>
          </a:p>
        </p:txBody>
      </p:sp>
      <p:sp>
        <p:nvSpPr>
          <p:cNvPr id="10" name="Slide Number Placeholder 9">
            <a:extLst>
              <a:ext uri="{FF2B5EF4-FFF2-40B4-BE49-F238E27FC236}">
                <a16:creationId xmlns:a16="http://schemas.microsoft.com/office/drawing/2014/main" id="{05E67EC5-84CF-FCDF-65AC-D85BB6F489AE}"/>
              </a:ext>
            </a:extLst>
          </p:cNvPr>
          <p:cNvSpPr>
            <a:spLocks noGrp="1"/>
          </p:cNvSpPr>
          <p:nvPr>
            <p:ph type="sldNum" sz="quarter" idx="11"/>
          </p:nvPr>
        </p:nvSpPr>
        <p:spPr/>
        <p:txBody>
          <a:bodyPr/>
          <a:lstStyle/>
          <a:p>
            <a:fld id="{0A95BBB0-0295-4C7E-A3D0-2F07981FE8CB}" type="slidenum">
              <a:rPr lang="en-US" smtClean="0"/>
              <a:pPr/>
              <a:t>9</a:t>
            </a:fld>
            <a:endParaRPr lang="en-US"/>
          </a:p>
        </p:txBody>
      </p:sp>
      <p:pic>
        <p:nvPicPr>
          <p:cNvPr id="12" name="Picture 11">
            <a:extLst>
              <a:ext uri="{FF2B5EF4-FFF2-40B4-BE49-F238E27FC236}">
                <a16:creationId xmlns:a16="http://schemas.microsoft.com/office/drawing/2014/main" id="{F9D0101C-5C08-47E7-9903-E75C4161CE31}"/>
              </a:ext>
            </a:extLst>
          </p:cNvPr>
          <p:cNvPicPr>
            <a:picLocks noChangeAspect="1"/>
          </p:cNvPicPr>
          <p:nvPr/>
        </p:nvPicPr>
        <p:blipFill>
          <a:blip r:embed="rId3"/>
          <a:stretch>
            <a:fillRect/>
          </a:stretch>
        </p:blipFill>
        <p:spPr>
          <a:xfrm>
            <a:off x="451799" y="1932073"/>
            <a:ext cx="5280874" cy="4106565"/>
          </a:xfrm>
          <a:prstGeom prst="rect">
            <a:avLst/>
          </a:prstGeom>
        </p:spPr>
      </p:pic>
      <p:pic>
        <p:nvPicPr>
          <p:cNvPr id="14" name="Picture 13">
            <a:extLst>
              <a:ext uri="{FF2B5EF4-FFF2-40B4-BE49-F238E27FC236}">
                <a16:creationId xmlns:a16="http://schemas.microsoft.com/office/drawing/2014/main" id="{6EC0A953-2436-63B6-8A0E-48F4D655C701}"/>
              </a:ext>
            </a:extLst>
          </p:cNvPr>
          <p:cNvPicPr>
            <a:picLocks noChangeAspect="1"/>
          </p:cNvPicPr>
          <p:nvPr/>
        </p:nvPicPr>
        <p:blipFill>
          <a:blip r:embed="rId4"/>
          <a:stretch>
            <a:fillRect/>
          </a:stretch>
        </p:blipFill>
        <p:spPr>
          <a:xfrm>
            <a:off x="6265225" y="2084473"/>
            <a:ext cx="5716765" cy="3644816"/>
          </a:xfrm>
          <a:prstGeom prst="rect">
            <a:avLst/>
          </a:prstGeom>
        </p:spPr>
      </p:pic>
      <p:sp>
        <p:nvSpPr>
          <p:cNvPr id="15" name="Text Placeholder 2">
            <a:extLst>
              <a:ext uri="{FF2B5EF4-FFF2-40B4-BE49-F238E27FC236}">
                <a16:creationId xmlns:a16="http://schemas.microsoft.com/office/drawing/2014/main" id="{36461130-5FD9-A571-D95D-4B88ACDB7B5C}"/>
              </a:ext>
            </a:extLst>
          </p:cNvPr>
          <p:cNvSpPr txBox="1">
            <a:spLocks/>
          </p:cNvSpPr>
          <p:nvPr/>
        </p:nvSpPr>
        <p:spPr>
          <a:xfrm>
            <a:off x="1236890" y="6249729"/>
            <a:ext cx="3613645" cy="36576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2400" b="1" i="0" kern="1200" spc="5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spc="50" baseline="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spc="50" baseline="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accent5">
                    <a:lumMod val="50000"/>
                  </a:schemeClr>
                </a:solidFill>
              </a:rPr>
              <a:t>CONFUSION MATRIX</a:t>
            </a:r>
            <a:endParaRPr lang="en-IN" dirty="0">
              <a:solidFill>
                <a:schemeClr val="accent5">
                  <a:lumMod val="50000"/>
                </a:schemeClr>
              </a:solidFill>
            </a:endParaRPr>
          </a:p>
        </p:txBody>
      </p:sp>
      <p:sp>
        <p:nvSpPr>
          <p:cNvPr id="16" name="Text Placeholder 2">
            <a:extLst>
              <a:ext uri="{FF2B5EF4-FFF2-40B4-BE49-F238E27FC236}">
                <a16:creationId xmlns:a16="http://schemas.microsoft.com/office/drawing/2014/main" id="{61A722CA-4696-7F85-0C96-D2B6B998FB60}"/>
              </a:ext>
            </a:extLst>
          </p:cNvPr>
          <p:cNvSpPr txBox="1">
            <a:spLocks/>
          </p:cNvSpPr>
          <p:nvPr/>
        </p:nvSpPr>
        <p:spPr>
          <a:xfrm>
            <a:off x="6207168" y="1177360"/>
            <a:ext cx="4394653" cy="36576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2400" b="1" i="0" kern="1200" spc="5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spc="50" baseline="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spc="50" baseline="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accent6">
                    <a:lumMod val="60000"/>
                    <a:lumOff val="40000"/>
                  </a:schemeClr>
                </a:solidFill>
              </a:rPr>
              <a:t>ACCURACY &amp;</a:t>
            </a:r>
          </a:p>
          <a:p>
            <a:r>
              <a:rPr lang="en-US" dirty="0">
                <a:solidFill>
                  <a:schemeClr val="accent6">
                    <a:lumMod val="60000"/>
                    <a:lumOff val="40000"/>
                  </a:schemeClr>
                </a:solidFill>
              </a:rPr>
              <a:t>CLASSIFICATION REPORT</a:t>
            </a:r>
            <a:endParaRPr lang="en-IN" dirty="0">
              <a:solidFill>
                <a:schemeClr val="accent6">
                  <a:lumMod val="60000"/>
                  <a:lumOff val="40000"/>
                </a:schemeClr>
              </a:solidFill>
            </a:endParaRPr>
          </a:p>
        </p:txBody>
      </p:sp>
    </p:spTree>
    <p:extLst>
      <p:ext uri="{BB962C8B-B14F-4D97-AF65-F5344CB8AC3E}">
        <p14:creationId xmlns:p14="http://schemas.microsoft.com/office/powerpoint/2010/main" val="3433146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42783-9401-2B57-E953-C2CAC362BE11}"/>
              </a:ext>
            </a:extLst>
          </p:cNvPr>
          <p:cNvSpPr>
            <a:spLocks noGrp="1"/>
          </p:cNvSpPr>
          <p:nvPr>
            <p:ph type="title"/>
          </p:nvPr>
        </p:nvSpPr>
        <p:spPr>
          <a:xfrm>
            <a:off x="311218" y="270731"/>
            <a:ext cx="7599531" cy="683435"/>
          </a:xfrm>
        </p:spPr>
        <p:txBody>
          <a:bodyPr/>
          <a:lstStyle/>
          <a:p>
            <a:r>
              <a:rPr lang="en-US" sz="4800" dirty="0"/>
              <a:t>AGE-GENDER MODEL</a:t>
            </a:r>
            <a:endParaRPr lang="en-IN" sz="4800" dirty="0"/>
          </a:p>
        </p:txBody>
      </p:sp>
      <p:sp>
        <p:nvSpPr>
          <p:cNvPr id="5" name="Text Placeholder 4">
            <a:extLst>
              <a:ext uri="{FF2B5EF4-FFF2-40B4-BE49-F238E27FC236}">
                <a16:creationId xmlns:a16="http://schemas.microsoft.com/office/drawing/2014/main" id="{65F6F22E-82F0-1DE7-DF17-1A577EC5EF30}"/>
              </a:ext>
            </a:extLst>
          </p:cNvPr>
          <p:cNvSpPr>
            <a:spLocks noGrp="1"/>
          </p:cNvSpPr>
          <p:nvPr>
            <p:ph type="body" sz="quarter" idx="14"/>
          </p:nvPr>
        </p:nvSpPr>
        <p:spPr/>
        <p:txBody>
          <a:bodyPr/>
          <a:lstStyle/>
          <a:p>
            <a:endParaRPr lang="en-IN" sz="1400" dirty="0"/>
          </a:p>
        </p:txBody>
      </p:sp>
      <p:sp>
        <p:nvSpPr>
          <p:cNvPr id="6" name="Footer Placeholder 5">
            <a:extLst>
              <a:ext uri="{FF2B5EF4-FFF2-40B4-BE49-F238E27FC236}">
                <a16:creationId xmlns:a16="http://schemas.microsoft.com/office/drawing/2014/main" id="{2EE3661F-CC15-04D3-DF21-8B16EE9356CF}"/>
              </a:ext>
            </a:extLst>
          </p:cNvPr>
          <p:cNvSpPr>
            <a:spLocks noGrp="1"/>
          </p:cNvSpPr>
          <p:nvPr>
            <p:ph type="ftr" sz="quarter" idx="10"/>
          </p:nvPr>
        </p:nvSpPr>
        <p:spPr>
          <a:xfrm>
            <a:off x="3895481" y="5945165"/>
            <a:ext cx="4243390" cy="1533992"/>
          </a:xfrm>
        </p:spPr>
        <p:txBody>
          <a:bodyPr/>
          <a:lstStyle/>
          <a:p>
            <a:r>
              <a:rPr lang="en-US" sz="1050" dirty="0"/>
              <a:t>EXPRESSION DETECTION</a:t>
            </a:r>
          </a:p>
        </p:txBody>
      </p:sp>
      <p:sp>
        <p:nvSpPr>
          <p:cNvPr id="7" name="Slide Number Placeholder 6">
            <a:extLst>
              <a:ext uri="{FF2B5EF4-FFF2-40B4-BE49-F238E27FC236}">
                <a16:creationId xmlns:a16="http://schemas.microsoft.com/office/drawing/2014/main" id="{B17DEBA0-CBCD-EB26-BF1E-60B08EB8ABA3}"/>
              </a:ext>
            </a:extLst>
          </p:cNvPr>
          <p:cNvSpPr>
            <a:spLocks noGrp="1"/>
          </p:cNvSpPr>
          <p:nvPr>
            <p:ph type="sldNum" sz="quarter" idx="11"/>
          </p:nvPr>
        </p:nvSpPr>
        <p:spPr/>
        <p:txBody>
          <a:bodyPr/>
          <a:lstStyle/>
          <a:p>
            <a:fld id="{0A95BBB0-0295-4C7E-A3D0-2F07981FE8CB}" type="slidenum">
              <a:rPr lang="en-US" sz="4800" smtClean="0"/>
              <a:pPr/>
              <a:t>10</a:t>
            </a:fld>
            <a:endParaRPr lang="en-US" sz="4800"/>
          </a:p>
        </p:txBody>
      </p:sp>
      <p:sp>
        <p:nvSpPr>
          <p:cNvPr id="23" name="TextBox 22">
            <a:extLst>
              <a:ext uri="{FF2B5EF4-FFF2-40B4-BE49-F238E27FC236}">
                <a16:creationId xmlns:a16="http://schemas.microsoft.com/office/drawing/2014/main" id="{CCED5AC9-6656-C4E0-C5A3-C29504C56EF3}"/>
              </a:ext>
            </a:extLst>
          </p:cNvPr>
          <p:cNvSpPr txBox="1"/>
          <p:nvPr/>
        </p:nvSpPr>
        <p:spPr>
          <a:xfrm>
            <a:off x="8570017" y="4764771"/>
            <a:ext cx="2854985" cy="369332"/>
          </a:xfrm>
          <a:prstGeom prst="rect">
            <a:avLst/>
          </a:prstGeom>
          <a:noFill/>
        </p:spPr>
        <p:txBody>
          <a:bodyPr wrap="square" rtlCol="0">
            <a:spAutoFit/>
          </a:bodyPr>
          <a:lstStyle/>
          <a:p>
            <a:r>
              <a:rPr lang="en-US" b="1" dirty="0">
                <a:solidFill>
                  <a:schemeClr val="bg1"/>
                </a:solidFill>
              </a:rPr>
              <a:t>SAVING FEATURES</a:t>
            </a:r>
            <a:endParaRPr lang="en-IN" b="1" dirty="0">
              <a:solidFill>
                <a:schemeClr val="bg1"/>
              </a:solidFill>
            </a:endParaRPr>
          </a:p>
        </p:txBody>
      </p:sp>
      <p:sp>
        <p:nvSpPr>
          <p:cNvPr id="24" name="TextBox 23">
            <a:extLst>
              <a:ext uri="{FF2B5EF4-FFF2-40B4-BE49-F238E27FC236}">
                <a16:creationId xmlns:a16="http://schemas.microsoft.com/office/drawing/2014/main" id="{3345108C-FEFE-9432-7138-24F7F666A668}"/>
              </a:ext>
            </a:extLst>
          </p:cNvPr>
          <p:cNvSpPr txBox="1"/>
          <p:nvPr/>
        </p:nvSpPr>
        <p:spPr>
          <a:xfrm>
            <a:off x="8048935" y="4363226"/>
            <a:ext cx="2854985" cy="369332"/>
          </a:xfrm>
          <a:prstGeom prst="rect">
            <a:avLst/>
          </a:prstGeom>
          <a:noFill/>
        </p:spPr>
        <p:txBody>
          <a:bodyPr wrap="square" rtlCol="0">
            <a:spAutoFit/>
          </a:bodyPr>
          <a:lstStyle/>
          <a:p>
            <a:pPr algn="r"/>
            <a:r>
              <a:rPr lang="en-US" b="1" dirty="0">
                <a:solidFill>
                  <a:schemeClr val="bg1"/>
                </a:solidFill>
              </a:rPr>
              <a:t>NEURAL NETWORK &amp;</a:t>
            </a:r>
            <a:endParaRPr lang="en-IN" b="1" dirty="0">
              <a:solidFill>
                <a:schemeClr val="bg1"/>
              </a:solidFill>
            </a:endParaRPr>
          </a:p>
        </p:txBody>
      </p:sp>
      <p:pic>
        <p:nvPicPr>
          <p:cNvPr id="8" name="Picture 7">
            <a:extLst>
              <a:ext uri="{FF2B5EF4-FFF2-40B4-BE49-F238E27FC236}">
                <a16:creationId xmlns:a16="http://schemas.microsoft.com/office/drawing/2014/main" id="{AA2DB03A-7149-6AE5-A586-C470EBE5CC58}"/>
              </a:ext>
            </a:extLst>
          </p:cNvPr>
          <p:cNvPicPr>
            <a:picLocks noChangeAspect="1"/>
          </p:cNvPicPr>
          <p:nvPr/>
        </p:nvPicPr>
        <p:blipFill>
          <a:blip r:embed="rId2"/>
          <a:stretch>
            <a:fillRect/>
          </a:stretch>
        </p:blipFill>
        <p:spPr>
          <a:xfrm>
            <a:off x="200070" y="1160848"/>
            <a:ext cx="4618484" cy="2640568"/>
          </a:xfrm>
          <a:prstGeom prst="rect">
            <a:avLst/>
          </a:prstGeom>
        </p:spPr>
      </p:pic>
      <p:pic>
        <p:nvPicPr>
          <p:cNvPr id="11" name="Picture 10">
            <a:extLst>
              <a:ext uri="{FF2B5EF4-FFF2-40B4-BE49-F238E27FC236}">
                <a16:creationId xmlns:a16="http://schemas.microsoft.com/office/drawing/2014/main" id="{77155661-C172-9A00-E4FA-71FC06774029}"/>
              </a:ext>
            </a:extLst>
          </p:cNvPr>
          <p:cNvPicPr>
            <a:picLocks noChangeAspect="1"/>
          </p:cNvPicPr>
          <p:nvPr/>
        </p:nvPicPr>
        <p:blipFill>
          <a:blip r:embed="rId3"/>
          <a:stretch>
            <a:fillRect/>
          </a:stretch>
        </p:blipFill>
        <p:spPr>
          <a:xfrm>
            <a:off x="201139" y="4029024"/>
            <a:ext cx="7551034" cy="2734874"/>
          </a:xfrm>
          <a:prstGeom prst="rect">
            <a:avLst/>
          </a:prstGeom>
        </p:spPr>
      </p:pic>
      <p:pic>
        <p:nvPicPr>
          <p:cNvPr id="13" name="Picture 12">
            <a:extLst>
              <a:ext uri="{FF2B5EF4-FFF2-40B4-BE49-F238E27FC236}">
                <a16:creationId xmlns:a16="http://schemas.microsoft.com/office/drawing/2014/main" id="{4676CDC6-0B9E-E228-C20C-837C4EE6907C}"/>
              </a:ext>
            </a:extLst>
          </p:cNvPr>
          <p:cNvPicPr>
            <a:picLocks noChangeAspect="1"/>
          </p:cNvPicPr>
          <p:nvPr/>
        </p:nvPicPr>
        <p:blipFill>
          <a:blip r:embed="rId4"/>
          <a:stretch>
            <a:fillRect/>
          </a:stretch>
        </p:blipFill>
        <p:spPr>
          <a:xfrm>
            <a:off x="6061949" y="1277787"/>
            <a:ext cx="6071507" cy="2891799"/>
          </a:xfrm>
          <a:prstGeom prst="rect">
            <a:avLst/>
          </a:prstGeom>
        </p:spPr>
      </p:pic>
      <p:sp>
        <p:nvSpPr>
          <p:cNvPr id="20" name="TextBox 19">
            <a:extLst>
              <a:ext uri="{FF2B5EF4-FFF2-40B4-BE49-F238E27FC236}">
                <a16:creationId xmlns:a16="http://schemas.microsoft.com/office/drawing/2014/main" id="{D86DA1B3-6335-0672-6E33-64951C60981E}"/>
              </a:ext>
            </a:extLst>
          </p:cNvPr>
          <p:cNvSpPr txBox="1"/>
          <p:nvPr/>
        </p:nvSpPr>
        <p:spPr>
          <a:xfrm>
            <a:off x="1601356" y="1273883"/>
            <a:ext cx="2854985" cy="369332"/>
          </a:xfrm>
          <a:prstGeom prst="rect">
            <a:avLst/>
          </a:prstGeom>
          <a:noFill/>
        </p:spPr>
        <p:txBody>
          <a:bodyPr wrap="square" rtlCol="0">
            <a:spAutoFit/>
          </a:bodyPr>
          <a:lstStyle/>
          <a:p>
            <a:r>
              <a:rPr lang="en-US" b="1" dirty="0"/>
              <a:t>DATAFRAME CREATION</a:t>
            </a:r>
            <a:endParaRPr lang="en-IN" b="1" dirty="0"/>
          </a:p>
        </p:txBody>
      </p:sp>
    </p:spTree>
    <p:extLst>
      <p:ext uri="{BB962C8B-B14F-4D97-AF65-F5344CB8AC3E}">
        <p14:creationId xmlns:p14="http://schemas.microsoft.com/office/powerpoint/2010/main" val="1163649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40C49-3065-6579-44DC-1FEA29736A18}"/>
              </a:ext>
            </a:extLst>
          </p:cNvPr>
          <p:cNvSpPr>
            <a:spLocks noGrp="1"/>
          </p:cNvSpPr>
          <p:nvPr>
            <p:ph type="title"/>
          </p:nvPr>
        </p:nvSpPr>
        <p:spPr>
          <a:xfrm>
            <a:off x="624606" y="502919"/>
            <a:ext cx="4272159" cy="1035183"/>
          </a:xfrm>
        </p:spPr>
        <p:txBody>
          <a:bodyPr/>
          <a:lstStyle/>
          <a:p>
            <a:r>
              <a:rPr lang="en-US" sz="5400" dirty="0"/>
              <a:t>METRICS</a:t>
            </a:r>
            <a:endParaRPr lang="en-IN" sz="5400" dirty="0"/>
          </a:p>
        </p:txBody>
      </p:sp>
      <p:sp>
        <p:nvSpPr>
          <p:cNvPr id="3" name="Text Placeholder 2">
            <a:extLst>
              <a:ext uri="{FF2B5EF4-FFF2-40B4-BE49-F238E27FC236}">
                <a16:creationId xmlns:a16="http://schemas.microsoft.com/office/drawing/2014/main" id="{037FE067-612F-903E-8A27-2695299BC8D0}"/>
              </a:ext>
            </a:extLst>
          </p:cNvPr>
          <p:cNvSpPr>
            <a:spLocks noGrp="1"/>
          </p:cNvSpPr>
          <p:nvPr>
            <p:ph type="body" sz="quarter" idx="12"/>
          </p:nvPr>
        </p:nvSpPr>
        <p:spPr>
          <a:xfrm>
            <a:off x="670834" y="1246078"/>
            <a:ext cx="4179701" cy="365760"/>
          </a:xfrm>
        </p:spPr>
        <p:txBody>
          <a:bodyPr/>
          <a:lstStyle/>
          <a:p>
            <a:r>
              <a:rPr lang="en-US" dirty="0"/>
              <a:t>AGE-GENDER MODEL</a:t>
            </a:r>
            <a:endParaRPr lang="en-IN" dirty="0"/>
          </a:p>
        </p:txBody>
      </p:sp>
      <p:sp>
        <p:nvSpPr>
          <p:cNvPr id="9" name="Footer Placeholder 8">
            <a:extLst>
              <a:ext uri="{FF2B5EF4-FFF2-40B4-BE49-F238E27FC236}">
                <a16:creationId xmlns:a16="http://schemas.microsoft.com/office/drawing/2014/main" id="{5626B647-288A-6F29-B169-2979AA7DA2AB}"/>
              </a:ext>
            </a:extLst>
          </p:cNvPr>
          <p:cNvSpPr>
            <a:spLocks noGrp="1"/>
          </p:cNvSpPr>
          <p:nvPr>
            <p:ph type="ftr" sz="quarter" idx="10"/>
          </p:nvPr>
        </p:nvSpPr>
        <p:spPr>
          <a:xfrm rot="5400000">
            <a:off x="9303307" y="2840598"/>
            <a:ext cx="4243390" cy="1533992"/>
          </a:xfrm>
        </p:spPr>
        <p:txBody>
          <a:bodyPr/>
          <a:lstStyle/>
          <a:p>
            <a:r>
              <a:rPr lang="en-US" dirty="0"/>
              <a:t>EXPRESSION DETECTION</a:t>
            </a:r>
          </a:p>
        </p:txBody>
      </p:sp>
      <p:sp>
        <p:nvSpPr>
          <p:cNvPr id="10" name="Slide Number Placeholder 9">
            <a:extLst>
              <a:ext uri="{FF2B5EF4-FFF2-40B4-BE49-F238E27FC236}">
                <a16:creationId xmlns:a16="http://schemas.microsoft.com/office/drawing/2014/main" id="{05E67EC5-84CF-FCDF-65AC-D85BB6F489AE}"/>
              </a:ext>
            </a:extLst>
          </p:cNvPr>
          <p:cNvSpPr>
            <a:spLocks noGrp="1"/>
          </p:cNvSpPr>
          <p:nvPr>
            <p:ph type="sldNum" sz="quarter" idx="11"/>
          </p:nvPr>
        </p:nvSpPr>
        <p:spPr/>
        <p:txBody>
          <a:bodyPr/>
          <a:lstStyle/>
          <a:p>
            <a:fld id="{0A95BBB0-0295-4C7E-A3D0-2F07981FE8CB}" type="slidenum">
              <a:rPr lang="en-US" smtClean="0"/>
              <a:pPr/>
              <a:t>11</a:t>
            </a:fld>
            <a:endParaRPr lang="en-US"/>
          </a:p>
        </p:txBody>
      </p:sp>
      <p:sp>
        <p:nvSpPr>
          <p:cNvPr id="16" name="Text Placeholder 2">
            <a:extLst>
              <a:ext uri="{FF2B5EF4-FFF2-40B4-BE49-F238E27FC236}">
                <a16:creationId xmlns:a16="http://schemas.microsoft.com/office/drawing/2014/main" id="{61A722CA-4696-7F85-0C96-D2B6B998FB60}"/>
              </a:ext>
            </a:extLst>
          </p:cNvPr>
          <p:cNvSpPr txBox="1">
            <a:spLocks/>
          </p:cNvSpPr>
          <p:nvPr/>
        </p:nvSpPr>
        <p:spPr>
          <a:xfrm>
            <a:off x="455882" y="2810217"/>
            <a:ext cx="4394653" cy="36576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2400" b="1" i="0" kern="1200" spc="5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spc="50" baseline="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spc="50" baseline="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accent6">
                    <a:lumMod val="60000"/>
                    <a:lumOff val="40000"/>
                  </a:schemeClr>
                </a:solidFill>
              </a:rPr>
              <a:t>ACCURACY</a:t>
            </a:r>
          </a:p>
          <a:p>
            <a:r>
              <a:rPr lang="en-US" dirty="0">
                <a:solidFill>
                  <a:schemeClr val="accent6">
                    <a:lumMod val="60000"/>
                    <a:lumOff val="40000"/>
                  </a:schemeClr>
                </a:solidFill>
              </a:rPr>
              <a:t>F1 SCORE</a:t>
            </a:r>
          </a:p>
          <a:p>
            <a:r>
              <a:rPr lang="en-US" dirty="0">
                <a:solidFill>
                  <a:schemeClr val="accent6">
                    <a:lumMod val="60000"/>
                    <a:lumOff val="40000"/>
                  </a:schemeClr>
                </a:solidFill>
              </a:rPr>
              <a:t>PRECISION</a:t>
            </a:r>
          </a:p>
          <a:p>
            <a:r>
              <a:rPr lang="en-US" dirty="0">
                <a:solidFill>
                  <a:schemeClr val="accent6">
                    <a:lumMod val="60000"/>
                    <a:lumOff val="40000"/>
                  </a:schemeClr>
                </a:solidFill>
              </a:rPr>
              <a:t>RECALL</a:t>
            </a:r>
          </a:p>
          <a:p>
            <a:r>
              <a:rPr lang="en-US" dirty="0">
                <a:solidFill>
                  <a:schemeClr val="accent6">
                    <a:lumMod val="60000"/>
                    <a:lumOff val="40000"/>
                  </a:schemeClr>
                </a:solidFill>
              </a:rPr>
              <a:t>CONFUSION MATRIX</a:t>
            </a:r>
          </a:p>
          <a:p>
            <a:r>
              <a:rPr lang="en-US" dirty="0">
                <a:solidFill>
                  <a:schemeClr val="accent6">
                    <a:lumMod val="60000"/>
                    <a:lumOff val="40000"/>
                  </a:schemeClr>
                </a:solidFill>
              </a:rPr>
              <a:t>CLASSIFICATION REPORT</a:t>
            </a:r>
            <a:endParaRPr lang="en-IN" dirty="0">
              <a:solidFill>
                <a:schemeClr val="accent6">
                  <a:lumMod val="60000"/>
                  <a:lumOff val="40000"/>
                </a:schemeClr>
              </a:solidFill>
            </a:endParaRPr>
          </a:p>
        </p:txBody>
      </p:sp>
      <p:pic>
        <p:nvPicPr>
          <p:cNvPr id="5" name="Picture 4">
            <a:extLst>
              <a:ext uri="{FF2B5EF4-FFF2-40B4-BE49-F238E27FC236}">
                <a16:creationId xmlns:a16="http://schemas.microsoft.com/office/drawing/2014/main" id="{279B3842-8E24-F931-72CB-1FC3CA2BE318}"/>
              </a:ext>
            </a:extLst>
          </p:cNvPr>
          <p:cNvPicPr>
            <a:picLocks noChangeAspect="1"/>
          </p:cNvPicPr>
          <p:nvPr/>
        </p:nvPicPr>
        <p:blipFill rotWithShape="1">
          <a:blip r:embed="rId3"/>
          <a:srcRect r="10540" b="8195"/>
          <a:stretch/>
        </p:blipFill>
        <p:spPr>
          <a:xfrm>
            <a:off x="4666343" y="2086910"/>
            <a:ext cx="5566227" cy="3853386"/>
          </a:xfrm>
          <a:prstGeom prst="rect">
            <a:avLst/>
          </a:prstGeom>
        </p:spPr>
      </p:pic>
    </p:spTree>
    <p:extLst>
      <p:ext uri="{BB962C8B-B14F-4D97-AF65-F5344CB8AC3E}">
        <p14:creationId xmlns:p14="http://schemas.microsoft.com/office/powerpoint/2010/main" val="1397302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A2964D-5768-4672-3F82-A576EBABBC30}"/>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42B2F"/>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913B067F-3154-4968-A886-DF93A787E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7" name="Oval 16">
              <a:extLst>
                <a:ext uri="{FF2B5EF4-FFF2-40B4-BE49-F238E27FC236}">
                  <a16:creationId xmlns:a16="http://schemas.microsoft.com/office/drawing/2014/main" id="{97583D6C-C05B-47AB-8540-B2700B82A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501AD91-D973-4968-95E4-4C26CFDF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C165989-F5FE-4BB6-9817-E7828CB1D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B0649CC-B912-4E82-BEA0-DA75ECB19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BA08C17-C9A5-4FA8-ABC4-44FB3B869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0DEAC6C-553C-437E-BC17-D4495233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7" name="Straight Connector 26">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5" name="Straight Connector 34">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1F4E1649-4D1F-4A91-AF97-A254BFDD52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776904"/>
            <a:ext cx="304800" cy="429768"/>
            <a:chOff x="215328" y="-46937"/>
            <a:chExt cx="304800" cy="2773841"/>
          </a:xfrm>
        </p:grpSpPr>
        <p:cxnSp>
          <p:nvCxnSpPr>
            <p:cNvPr id="41" name="Straight Connector 40">
              <a:extLst>
                <a:ext uri="{FF2B5EF4-FFF2-40B4-BE49-F238E27FC236}">
                  <a16:creationId xmlns:a16="http://schemas.microsoft.com/office/drawing/2014/main" id="{FE483602-62F9-474D-9C9B-5EE4CD7671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D7D1AC0-A6C7-40E3-9841-F34AC831A4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951C4DD-7427-497D-9DE3-9D731D3F45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EE18298-0BF5-4D7A-921A-2F4186E8D9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 name="Footer Placeholder 2">
            <a:extLst>
              <a:ext uri="{FF2B5EF4-FFF2-40B4-BE49-F238E27FC236}">
                <a16:creationId xmlns:a16="http://schemas.microsoft.com/office/drawing/2014/main" id="{C016729A-A6CD-0AF2-7868-5EB51EE00906}"/>
              </a:ext>
            </a:extLst>
          </p:cNvPr>
          <p:cNvSpPr>
            <a:spLocks noGrp="1"/>
          </p:cNvSpPr>
          <p:nvPr>
            <p:ph type="ftr" sz="quarter" idx="10"/>
          </p:nvPr>
        </p:nvSpPr>
        <p:spPr>
          <a:xfrm>
            <a:off x="630936" y="6308832"/>
            <a:ext cx="8320722" cy="548640"/>
          </a:xfrm>
        </p:spPr>
        <p:txBody>
          <a:bodyPr vert="horz" lIns="91440" tIns="45720" rIns="91440" bIns="45720" rtlCol="0" anchor="ctr">
            <a:normAutofit/>
          </a:bodyPr>
          <a:lstStyle/>
          <a:p>
            <a:pPr algn="just">
              <a:spcAft>
                <a:spcPts val="600"/>
              </a:spcAft>
            </a:pPr>
            <a:r>
              <a:rPr lang="en-US" sz="1050" kern="1200">
                <a:latin typeface="+mn-lt"/>
                <a:ea typeface="+mn-ea"/>
                <a:cs typeface="+mn-cs"/>
              </a:rPr>
              <a:t>EXPRESSION DETECTION SYSTEM</a:t>
            </a:r>
          </a:p>
        </p:txBody>
      </p:sp>
      <p:sp>
        <p:nvSpPr>
          <p:cNvPr id="4" name="Slide Number Placeholder 3">
            <a:extLst>
              <a:ext uri="{FF2B5EF4-FFF2-40B4-BE49-F238E27FC236}">
                <a16:creationId xmlns:a16="http://schemas.microsoft.com/office/drawing/2014/main" id="{846BDD32-6BB7-7021-4C1C-4873828DE587}"/>
              </a:ext>
            </a:extLst>
          </p:cNvPr>
          <p:cNvSpPr>
            <a:spLocks noGrp="1"/>
          </p:cNvSpPr>
          <p:nvPr>
            <p:ph type="sldNum" sz="quarter" idx="11"/>
          </p:nvPr>
        </p:nvSpPr>
        <p:spPr>
          <a:xfrm>
            <a:off x="0" y="6309360"/>
            <a:ext cx="640080" cy="548640"/>
          </a:xfrm>
        </p:spPr>
        <p:txBody>
          <a:bodyPr vert="horz" lIns="91440" tIns="45720" rIns="91440" bIns="45720" rtlCol="0" anchor="ctr">
            <a:normAutofit/>
          </a:bodyPr>
          <a:lstStyle/>
          <a:p>
            <a:pPr>
              <a:spcAft>
                <a:spcPts val="600"/>
              </a:spcAft>
            </a:pPr>
            <a:fld id="{0A95BBB0-0295-4C7E-A3D0-2F07981FE8CB}" type="slidenum">
              <a:rPr lang="en-US" sz="1200">
                <a:latin typeface="+mn-lt"/>
                <a:cs typeface="+mn-cs"/>
              </a:rPr>
              <a:pPr>
                <a:spcAft>
                  <a:spcPts val="600"/>
                </a:spcAft>
              </a:pPr>
              <a:t>12</a:t>
            </a:fld>
            <a:endParaRPr lang="en-US" sz="1200">
              <a:latin typeface="+mn-lt"/>
              <a:cs typeface="+mn-cs"/>
            </a:endParaRPr>
          </a:p>
        </p:txBody>
      </p:sp>
      <p:sp>
        <p:nvSpPr>
          <p:cNvPr id="46" name="Oval 45">
            <a:extLst>
              <a:ext uri="{FF2B5EF4-FFF2-40B4-BE49-F238E27FC236}">
                <a16:creationId xmlns:a16="http://schemas.microsoft.com/office/drawing/2014/main" id="{773AEA78-C03B-40B7-9D11-DC022119D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60000"/>
                  <a:lumOff val="4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31D084C5-236F-C7D1-8BDA-16054828E9DB}"/>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9258081" y="429259"/>
            <a:ext cx="2930871" cy="2266403"/>
          </a:xfrm>
          <a:prstGeom prst="rect">
            <a:avLst/>
          </a:prstGeom>
        </p:spPr>
      </p:pic>
      <p:sp>
        <p:nvSpPr>
          <p:cNvPr id="5" name="Title 4">
            <a:extLst>
              <a:ext uri="{FF2B5EF4-FFF2-40B4-BE49-F238E27FC236}">
                <a16:creationId xmlns:a16="http://schemas.microsoft.com/office/drawing/2014/main" id="{AA1E16EF-05FF-F7B5-17BA-A2D01E4A5136}"/>
              </a:ext>
            </a:extLst>
          </p:cNvPr>
          <p:cNvSpPr>
            <a:spLocks noGrp="1"/>
          </p:cNvSpPr>
          <p:nvPr>
            <p:ph type="title"/>
          </p:nvPr>
        </p:nvSpPr>
        <p:spPr>
          <a:xfrm>
            <a:off x="1023255" y="579992"/>
            <a:ext cx="11235281" cy="925192"/>
          </a:xfrm>
          <a:noFill/>
        </p:spPr>
        <p:txBody>
          <a:bodyPr vert="horz" lIns="91440" tIns="45720" rIns="91440" bIns="45720" rtlCol="0" anchor="t">
            <a:noAutofit/>
          </a:bodyPr>
          <a:lstStyle/>
          <a:p>
            <a:r>
              <a:rPr lang="en-US" sz="4800" dirty="0"/>
              <a:t>WEBCAM IMPLEMENTATION</a:t>
            </a:r>
            <a:endParaRPr lang="en-IN" sz="4800" dirty="0"/>
          </a:p>
        </p:txBody>
      </p:sp>
      <p:pic>
        <p:nvPicPr>
          <p:cNvPr id="23" name="Picture 22">
            <a:extLst>
              <a:ext uri="{FF2B5EF4-FFF2-40B4-BE49-F238E27FC236}">
                <a16:creationId xmlns:a16="http://schemas.microsoft.com/office/drawing/2014/main" id="{64AFD53E-33E3-2BB9-A34C-30A7391CDA18}"/>
              </a:ext>
            </a:extLst>
          </p:cNvPr>
          <p:cNvPicPr>
            <a:picLocks noChangeAspect="1"/>
          </p:cNvPicPr>
          <p:nvPr/>
        </p:nvPicPr>
        <p:blipFill>
          <a:blip r:embed="rId5">
            <a:alphaModFix amt="20000"/>
            <a:extLst>
              <a:ext uri="{837473B0-CC2E-450A-ABE3-18F120FF3D39}">
                <a1611:picAttrSrcUrl xmlns:a1611="http://schemas.microsoft.com/office/drawing/2016/11/main" r:id="rId6"/>
              </a:ext>
            </a:extLst>
          </a:blip>
          <a:stretch>
            <a:fillRect/>
          </a:stretch>
        </p:blipFill>
        <p:spPr>
          <a:xfrm>
            <a:off x="2406128" y="3496434"/>
            <a:ext cx="1857307" cy="1583253"/>
          </a:xfrm>
          <a:prstGeom prst="rect">
            <a:avLst/>
          </a:prstGeom>
        </p:spPr>
      </p:pic>
      <p:pic>
        <p:nvPicPr>
          <p:cNvPr id="33" name="Picture 32">
            <a:extLst>
              <a:ext uri="{FF2B5EF4-FFF2-40B4-BE49-F238E27FC236}">
                <a16:creationId xmlns:a16="http://schemas.microsoft.com/office/drawing/2014/main" id="{ACBF6B18-8724-0054-9BC4-2CD4F8467AE9}"/>
              </a:ext>
            </a:extLst>
          </p:cNvPr>
          <p:cNvPicPr>
            <a:picLocks noChangeAspect="1"/>
          </p:cNvPicPr>
          <p:nvPr/>
        </p:nvPicPr>
        <p:blipFill>
          <a:blip r:embed="rId7">
            <a:alphaModFix amt="50000"/>
            <a:extLst>
              <a:ext uri="{837473B0-CC2E-450A-ABE3-18F120FF3D39}">
                <a1611:picAttrSrcUrl xmlns:a1611="http://schemas.microsoft.com/office/drawing/2016/11/main" r:id="rId8"/>
              </a:ext>
            </a:extLst>
          </a:blip>
          <a:stretch>
            <a:fillRect/>
          </a:stretch>
        </p:blipFill>
        <p:spPr>
          <a:xfrm>
            <a:off x="10118692" y="4142344"/>
            <a:ext cx="2011899" cy="2011899"/>
          </a:xfrm>
          <a:prstGeom prst="rect">
            <a:avLst/>
          </a:prstGeom>
        </p:spPr>
      </p:pic>
      <p:sp>
        <p:nvSpPr>
          <p:cNvPr id="2" name="TextBox 1">
            <a:extLst>
              <a:ext uri="{FF2B5EF4-FFF2-40B4-BE49-F238E27FC236}">
                <a16:creationId xmlns:a16="http://schemas.microsoft.com/office/drawing/2014/main" id="{4068C9D6-11FD-7364-8876-9AD8C72E33D6}"/>
              </a:ext>
            </a:extLst>
          </p:cNvPr>
          <p:cNvSpPr txBox="1"/>
          <p:nvPr/>
        </p:nvSpPr>
        <p:spPr>
          <a:xfrm>
            <a:off x="444427" y="1828493"/>
            <a:ext cx="11513593" cy="4154984"/>
          </a:xfrm>
          <a:prstGeom prst="rect">
            <a:avLst/>
          </a:prstGeom>
          <a:noFill/>
        </p:spPr>
        <p:txBody>
          <a:bodyPr wrap="square" lIns="91440" tIns="45720" rIns="91440" bIns="45720" rtlCol="0" anchor="t">
            <a:spAutoFit/>
          </a:bodyPr>
          <a:lstStyle/>
          <a:p>
            <a:pPr marL="285750" indent="-285750" algn="l">
              <a:buFont typeface="Arial" panose="020B0604020202020204" pitchFamily="34" charset="0"/>
              <a:buChar char="•"/>
            </a:pPr>
            <a:r>
              <a:rPr lang="en-US" sz="2400" b="1" i="0" dirty="0">
                <a:solidFill>
                  <a:srgbClr val="ECECEC"/>
                </a:solidFill>
                <a:effectLst/>
                <a:latin typeface="+mj-lt"/>
              </a:rPr>
              <a:t>VIDEO INPUT ACQUISITION</a:t>
            </a:r>
          </a:p>
          <a:p>
            <a:pPr marL="285750" indent="-285750" algn="l">
              <a:buFont typeface="Arial" panose="020B0604020202020204" pitchFamily="34" charset="0"/>
              <a:buChar char="•"/>
            </a:pPr>
            <a:endParaRPr lang="en-US" sz="2400" b="1" i="0" dirty="0">
              <a:solidFill>
                <a:srgbClr val="ECECEC"/>
              </a:solidFill>
              <a:effectLst/>
              <a:latin typeface="+mj-lt"/>
            </a:endParaRPr>
          </a:p>
          <a:p>
            <a:pPr marL="285750" indent="-285750" algn="l">
              <a:buFont typeface="Arial" panose="020B0604020202020204" pitchFamily="34" charset="0"/>
              <a:buChar char="•"/>
            </a:pPr>
            <a:r>
              <a:rPr lang="en-US" sz="2400" b="1" i="0" dirty="0">
                <a:solidFill>
                  <a:srgbClr val="ECECEC"/>
                </a:solidFill>
                <a:effectLst/>
                <a:latin typeface="+mj-lt"/>
              </a:rPr>
              <a:t>FACE DETECTION AND LOCALIZATION</a:t>
            </a:r>
          </a:p>
          <a:p>
            <a:pPr algn="l"/>
            <a:endParaRPr lang="en-US" sz="2400" b="1" i="0" dirty="0">
              <a:solidFill>
                <a:srgbClr val="ECECEC"/>
              </a:solidFill>
              <a:effectLst/>
              <a:latin typeface="+mj-lt"/>
              <a:cs typeface="Posterama"/>
            </a:endParaRPr>
          </a:p>
          <a:p>
            <a:pPr marL="285750" indent="-285750" algn="l">
              <a:buFont typeface="Arial" panose="020B0604020202020204" pitchFamily="34" charset="0"/>
              <a:buChar char="•"/>
            </a:pPr>
            <a:r>
              <a:rPr lang="en-US" sz="2400" b="1" i="0" dirty="0">
                <a:solidFill>
                  <a:srgbClr val="ECECEC"/>
                </a:solidFill>
                <a:effectLst/>
                <a:latin typeface="+mj-lt"/>
              </a:rPr>
              <a:t>FEATURE EXTRACTION</a:t>
            </a:r>
          </a:p>
          <a:p>
            <a:pPr marL="285750" indent="-285750" algn="l">
              <a:buFont typeface="Arial" panose="020B0604020202020204" pitchFamily="34" charset="0"/>
              <a:buChar char="•"/>
            </a:pPr>
            <a:endParaRPr lang="en-US" sz="2400" b="1" dirty="0">
              <a:solidFill>
                <a:srgbClr val="ECECEC"/>
              </a:solidFill>
              <a:latin typeface="+mj-lt"/>
              <a:cs typeface="Posterama"/>
            </a:endParaRPr>
          </a:p>
          <a:p>
            <a:pPr marL="285750" indent="-285750" algn="l">
              <a:buFont typeface="Arial" panose="020B0604020202020204" pitchFamily="34" charset="0"/>
              <a:buChar char="•"/>
            </a:pPr>
            <a:r>
              <a:rPr lang="en-US" sz="2400" b="1" i="0" dirty="0">
                <a:solidFill>
                  <a:srgbClr val="ECECEC"/>
                </a:solidFill>
                <a:effectLst/>
                <a:latin typeface="+mj-lt"/>
              </a:rPr>
              <a:t>EMOTION RECOGNITION MODEL</a:t>
            </a:r>
          </a:p>
          <a:p>
            <a:pPr marL="285750" indent="-285750" algn="l">
              <a:buFont typeface="Arial" panose="020B0604020202020204" pitchFamily="34" charset="0"/>
              <a:buChar char="•"/>
            </a:pPr>
            <a:endParaRPr lang="en-US" sz="2400" b="1" i="0" dirty="0">
              <a:solidFill>
                <a:srgbClr val="ECECEC"/>
              </a:solidFill>
              <a:effectLst/>
              <a:latin typeface="+mj-lt"/>
              <a:cs typeface="Posterama"/>
            </a:endParaRPr>
          </a:p>
          <a:p>
            <a:pPr marL="285750" indent="-285750" algn="l">
              <a:buFont typeface="Arial" panose="020B0604020202020204" pitchFamily="34" charset="0"/>
              <a:buChar char="•"/>
            </a:pPr>
            <a:r>
              <a:rPr lang="en-US" sz="2400" b="1" i="0" dirty="0">
                <a:solidFill>
                  <a:srgbClr val="ECECEC"/>
                </a:solidFill>
                <a:effectLst/>
                <a:latin typeface="+mj-lt"/>
              </a:rPr>
              <a:t>REAL-TIME FEEDBACK AND VISUALIZATION</a:t>
            </a:r>
          </a:p>
          <a:p>
            <a:pPr marL="285750" indent="-285750" algn="l">
              <a:buFont typeface="Arial" panose="020B0604020202020204" pitchFamily="34" charset="0"/>
              <a:buChar char="•"/>
            </a:pPr>
            <a:endParaRPr lang="en-US" sz="2400" b="1" dirty="0">
              <a:solidFill>
                <a:srgbClr val="ECECEC"/>
              </a:solidFill>
              <a:latin typeface="+mj-lt"/>
              <a:cs typeface="Posterama"/>
            </a:endParaRPr>
          </a:p>
          <a:p>
            <a:pPr marL="285750" indent="-285750" algn="l">
              <a:buFont typeface="Arial" panose="020B0604020202020204" pitchFamily="34" charset="0"/>
              <a:buChar char="•"/>
            </a:pPr>
            <a:r>
              <a:rPr lang="en-US" sz="2400" b="1" i="0" dirty="0">
                <a:solidFill>
                  <a:srgbClr val="ECECEC"/>
                </a:solidFill>
                <a:effectLst/>
                <a:latin typeface="+mj-lt"/>
              </a:rPr>
              <a:t>CONTINUOUS MONITORING AND ANALYSIS</a:t>
            </a:r>
            <a:endParaRPr lang="en-US" sz="2400" b="1" i="0" dirty="0">
              <a:solidFill>
                <a:srgbClr val="ECECEC"/>
              </a:solidFill>
              <a:effectLst/>
              <a:latin typeface="+mj-lt"/>
              <a:cs typeface="Posterama"/>
            </a:endParaRPr>
          </a:p>
        </p:txBody>
      </p:sp>
    </p:spTree>
    <p:extLst>
      <p:ext uri="{BB962C8B-B14F-4D97-AF65-F5344CB8AC3E}">
        <p14:creationId xmlns:p14="http://schemas.microsoft.com/office/powerpoint/2010/main" val="638027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4CE5773-B8EB-1A99-A791-7077F86FF1CD}"/>
              </a:ext>
            </a:extLst>
          </p:cNvPr>
          <p:cNvSpPr>
            <a:spLocks noGrp="1"/>
          </p:cNvSpPr>
          <p:nvPr>
            <p:ph type="body" sz="quarter" idx="14"/>
          </p:nvPr>
        </p:nvSpPr>
        <p:spPr/>
        <p:txBody>
          <a:bodyPr/>
          <a:lstStyle/>
          <a:p>
            <a:endParaRPr lang="en-IN" dirty="0"/>
          </a:p>
        </p:txBody>
      </p:sp>
      <p:sp>
        <p:nvSpPr>
          <p:cNvPr id="6" name="Footer Placeholder 5">
            <a:extLst>
              <a:ext uri="{FF2B5EF4-FFF2-40B4-BE49-F238E27FC236}">
                <a16:creationId xmlns:a16="http://schemas.microsoft.com/office/drawing/2014/main" id="{2BF87B18-5414-7378-970E-06308D9204DD}"/>
              </a:ext>
            </a:extLst>
          </p:cNvPr>
          <p:cNvSpPr>
            <a:spLocks noGrp="1"/>
          </p:cNvSpPr>
          <p:nvPr>
            <p:ph type="ftr" sz="quarter" idx="10"/>
          </p:nvPr>
        </p:nvSpPr>
        <p:spPr/>
        <p:txBody>
          <a:bodyPr/>
          <a:lstStyle/>
          <a:p>
            <a:r>
              <a:rPr lang="en-US"/>
              <a:t>EXPRESSION DETECTION</a:t>
            </a:r>
          </a:p>
        </p:txBody>
      </p:sp>
      <p:sp>
        <p:nvSpPr>
          <p:cNvPr id="7" name="Slide Number Placeholder 6">
            <a:extLst>
              <a:ext uri="{FF2B5EF4-FFF2-40B4-BE49-F238E27FC236}">
                <a16:creationId xmlns:a16="http://schemas.microsoft.com/office/drawing/2014/main" id="{1658A904-939A-5B5B-73E2-7C88E8F21E0F}"/>
              </a:ext>
            </a:extLst>
          </p:cNvPr>
          <p:cNvSpPr>
            <a:spLocks noGrp="1"/>
          </p:cNvSpPr>
          <p:nvPr>
            <p:ph type="sldNum" sz="quarter" idx="11"/>
          </p:nvPr>
        </p:nvSpPr>
        <p:spPr/>
        <p:txBody>
          <a:bodyPr/>
          <a:lstStyle/>
          <a:p>
            <a:fld id="{0A95BBB0-0295-4C7E-A3D0-2F07981FE8CB}" type="slidenum">
              <a:rPr lang="en-US" smtClean="0"/>
              <a:pPr/>
              <a:t>13</a:t>
            </a:fld>
            <a:endParaRPr lang="en-US"/>
          </a:p>
        </p:txBody>
      </p:sp>
      <p:pic>
        <p:nvPicPr>
          <p:cNvPr id="11" name="Picture 10">
            <a:extLst>
              <a:ext uri="{FF2B5EF4-FFF2-40B4-BE49-F238E27FC236}">
                <a16:creationId xmlns:a16="http://schemas.microsoft.com/office/drawing/2014/main" id="{827FB5B6-1746-670F-C12D-F33E513B8DC8}"/>
              </a:ext>
            </a:extLst>
          </p:cNvPr>
          <p:cNvPicPr>
            <a:picLocks noChangeAspect="1"/>
          </p:cNvPicPr>
          <p:nvPr/>
        </p:nvPicPr>
        <p:blipFill>
          <a:blip r:embed="rId2"/>
          <a:stretch>
            <a:fillRect/>
          </a:stretch>
        </p:blipFill>
        <p:spPr>
          <a:xfrm>
            <a:off x="280291" y="1023669"/>
            <a:ext cx="10377715" cy="1631122"/>
          </a:xfrm>
          <a:prstGeom prst="rect">
            <a:avLst/>
          </a:prstGeom>
        </p:spPr>
      </p:pic>
      <p:sp>
        <p:nvSpPr>
          <p:cNvPr id="12" name="TextBox 11">
            <a:extLst>
              <a:ext uri="{FF2B5EF4-FFF2-40B4-BE49-F238E27FC236}">
                <a16:creationId xmlns:a16="http://schemas.microsoft.com/office/drawing/2014/main" id="{04CC49B4-1E06-B7DB-7D07-57A56FFFEFB5}"/>
              </a:ext>
            </a:extLst>
          </p:cNvPr>
          <p:cNvSpPr txBox="1"/>
          <p:nvPr/>
        </p:nvSpPr>
        <p:spPr>
          <a:xfrm>
            <a:off x="-347580" y="519670"/>
            <a:ext cx="2854985" cy="369332"/>
          </a:xfrm>
          <a:prstGeom prst="rect">
            <a:avLst/>
          </a:prstGeom>
          <a:noFill/>
        </p:spPr>
        <p:txBody>
          <a:bodyPr wrap="square" rtlCol="0">
            <a:spAutoFit/>
          </a:bodyPr>
          <a:lstStyle/>
          <a:p>
            <a:pPr algn="r"/>
            <a:r>
              <a:rPr lang="en-US" b="1" dirty="0">
                <a:solidFill>
                  <a:schemeClr val="bg1"/>
                </a:solidFill>
              </a:rPr>
              <a:t>INTERFACE CODE</a:t>
            </a:r>
            <a:endParaRPr lang="en-IN" b="1" dirty="0">
              <a:solidFill>
                <a:schemeClr val="bg1"/>
              </a:solidFill>
            </a:endParaRPr>
          </a:p>
        </p:txBody>
      </p:sp>
      <p:pic>
        <p:nvPicPr>
          <p:cNvPr id="14" name="Picture 13">
            <a:extLst>
              <a:ext uri="{FF2B5EF4-FFF2-40B4-BE49-F238E27FC236}">
                <a16:creationId xmlns:a16="http://schemas.microsoft.com/office/drawing/2014/main" id="{79C2C61A-6E56-16BF-BC7B-A7949BD35425}"/>
              </a:ext>
            </a:extLst>
          </p:cNvPr>
          <p:cNvPicPr>
            <a:picLocks noChangeAspect="1"/>
          </p:cNvPicPr>
          <p:nvPr/>
        </p:nvPicPr>
        <p:blipFill>
          <a:blip r:embed="rId3"/>
          <a:stretch>
            <a:fillRect/>
          </a:stretch>
        </p:blipFill>
        <p:spPr>
          <a:xfrm>
            <a:off x="329301" y="3643909"/>
            <a:ext cx="8149771" cy="3011544"/>
          </a:xfrm>
          <a:prstGeom prst="rect">
            <a:avLst/>
          </a:prstGeom>
        </p:spPr>
      </p:pic>
      <p:sp>
        <p:nvSpPr>
          <p:cNvPr id="2" name="Title 1">
            <a:extLst>
              <a:ext uri="{FF2B5EF4-FFF2-40B4-BE49-F238E27FC236}">
                <a16:creationId xmlns:a16="http://schemas.microsoft.com/office/drawing/2014/main" id="{DB2D997C-53BA-9AC1-F2F6-A57CEE0CDF0D}"/>
              </a:ext>
            </a:extLst>
          </p:cNvPr>
          <p:cNvSpPr>
            <a:spLocks noGrp="1"/>
          </p:cNvSpPr>
          <p:nvPr>
            <p:ph type="title"/>
          </p:nvPr>
        </p:nvSpPr>
        <p:spPr>
          <a:xfrm>
            <a:off x="7095018" y="202547"/>
            <a:ext cx="5009896" cy="742405"/>
          </a:xfrm>
        </p:spPr>
        <p:txBody>
          <a:bodyPr/>
          <a:lstStyle/>
          <a:p>
            <a:r>
              <a:rPr lang="en-US" sz="4800" dirty="0"/>
              <a:t>DRIVER CODE</a:t>
            </a:r>
            <a:endParaRPr lang="en-IN" sz="4800" dirty="0"/>
          </a:p>
        </p:txBody>
      </p:sp>
      <p:sp>
        <p:nvSpPr>
          <p:cNvPr id="15" name="TextBox 14">
            <a:extLst>
              <a:ext uri="{FF2B5EF4-FFF2-40B4-BE49-F238E27FC236}">
                <a16:creationId xmlns:a16="http://schemas.microsoft.com/office/drawing/2014/main" id="{4A94EF3E-C6A0-82C6-7A33-6D903F50D1D4}"/>
              </a:ext>
            </a:extLst>
          </p:cNvPr>
          <p:cNvSpPr txBox="1"/>
          <p:nvPr/>
        </p:nvSpPr>
        <p:spPr>
          <a:xfrm>
            <a:off x="280291" y="3214091"/>
            <a:ext cx="3471652" cy="369332"/>
          </a:xfrm>
          <a:prstGeom prst="rect">
            <a:avLst/>
          </a:prstGeom>
          <a:noFill/>
        </p:spPr>
        <p:txBody>
          <a:bodyPr wrap="square" rtlCol="0">
            <a:spAutoFit/>
          </a:bodyPr>
          <a:lstStyle/>
          <a:p>
            <a:pPr algn="r"/>
            <a:r>
              <a:rPr lang="en-US" b="1" dirty="0">
                <a:solidFill>
                  <a:schemeClr val="bg1"/>
                </a:solidFill>
              </a:rPr>
              <a:t>LOADING MODEL WEIGHTS</a:t>
            </a:r>
            <a:endParaRPr lang="en-IN" b="1" dirty="0">
              <a:solidFill>
                <a:schemeClr val="bg1"/>
              </a:solidFill>
            </a:endParaRPr>
          </a:p>
        </p:txBody>
      </p:sp>
    </p:spTree>
    <p:extLst>
      <p:ext uri="{BB962C8B-B14F-4D97-AF65-F5344CB8AC3E}">
        <p14:creationId xmlns:p14="http://schemas.microsoft.com/office/powerpoint/2010/main" val="137165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4CE5773-B8EB-1A99-A791-7077F86FF1CD}"/>
              </a:ext>
            </a:extLst>
          </p:cNvPr>
          <p:cNvSpPr>
            <a:spLocks noGrp="1"/>
          </p:cNvSpPr>
          <p:nvPr>
            <p:ph type="body" sz="quarter" idx="14"/>
          </p:nvPr>
        </p:nvSpPr>
        <p:spPr/>
        <p:txBody>
          <a:bodyPr/>
          <a:lstStyle/>
          <a:p>
            <a:endParaRPr lang="en-IN" dirty="0"/>
          </a:p>
        </p:txBody>
      </p:sp>
      <p:sp>
        <p:nvSpPr>
          <p:cNvPr id="6" name="Footer Placeholder 5">
            <a:extLst>
              <a:ext uri="{FF2B5EF4-FFF2-40B4-BE49-F238E27FC236}">
                <a16:creationId xmlns:a16="http://schemas.microsoft.com/office/drawing/2014/main" id="{2BF87B18-5414-7378-970E-06308D9204DD}"/>
              </a:ext>
            </a:extLst>
          </p:cNvPr>
          <p:cNvSpPr>
            <a:spLocks noGrp="1"/>
          </p:cNvSpPr>
          <p:nvPr>
            <p:ph type="ftr" sz="quarter" idx="10"/>
          </p:nvPr>
        </p:nvSpPr>
        <p:spPr/>
        <p:txBody>
          <a:bodyPr/>
          <a:lstStyle/>
          <a:p>
            <a:r>
              <a:rPr lang="en-US"/>
              <a:t>EXPRESSION DETECTION</a:t>
            </a:r>
          </a:p>
        </p:txBody>
      </p:sp>
      <p:sp>
        <p:nvSpPr>
          <p:cNvPr id="7" name="Slide Number Placeholder 6">
            <a:extLst>
              <a:ext uri="{FF2B5EF4-FFF2-40B4-BE49-F238E27FC236}">
                <a16:creationId xmlns:a16="http://schemas.microsoft.com/office/drawing/2014/main" id="{1658A904-939A-5B5B-73E2-7C88E8F21E0F}"/>
              </a:ext>
            </a:extLst>
          </p:cNvPr>
          <p:cNvSpPr>
            <a:spLocks noGrp="1"/>
          </p:cNvSpPr>
          <p:nvPr>
            <p:ph type="sldNum" sz="quarter" idx="11"/>
          </p:nvPr>
        </p:nvSpPr>
        <p:spPr/>
        <p:txBody>
          <a:bodyPr/>
          <a:lstStyle/>
          <a:p>
            <a:fld id="{0A95BBB0-0295-4C7E-A3D0-2F07981FE8CB}" type="slidenum">
              <a:rPr lang="en-US" smtClean="0"/>
              <a:pPr/>
              <a:t>14</a:t>
            </a:fld>
            <a:endParaRPr lang="en-US"/>
          </a:p>
        </p:txBody>
      </p:sp>
      <p:sp>
        <p:nvSpPr>
          <p:cNvPr id="2" name="Title 1">
            <a:extLst>
              <a:ext uri="{FF2B5EF4-FFF2-40B4-BE49-F238E27FC236}">
                <a16:creationId xmlns:a16="http://schemas.microsoft.com/office/drawing/2014/main" id="{DB2D997C-53BA-9AC1-F2F6-A57CEE0CDF0D}"/>
              </a:ext>
            </a:extLst>
          </p:cNvPr>
          <p:cNvSpPr>
            <a:spLocks noGrp="1"/>
          </p:cNvSpPr>
          <p:nvPr>
            <p:ph type="title"/>
          </p:nvPr>
        </p:nvSpPr>
        <p:spPr>
          <a:xfrm>
            <a:off x="7095018" y="202547"/>
            <a:ext cx="5009896" cy="742405"/>
          </a:xfrm>
        </p:spPr>
        <p:txBody>
          <a:bodyPr/>
          <a:lstStyle/>
          <a:p>
            <a:r>
              <a:rPr lang="en-US" sz="4800" dirty="0"/>
              <a:t>DRIVER CODE</a:t>
            </a:r>
            <a:endParaRPr lang="en-IN" sz="4800" dirty="0"/>
          </a:p>
        </p:txBody>
      </p:sp>
      <p:sp>
        <p:nvSpPr>
          <p:cNvPr id="15" name="TextBox 14">
            <a:extLst>
              <a:ext uri="{FF2B5EF4-FFF2-40B4-BE49-F238E27FC236}">
                <a16:creationId xmlns:a16="http://schemas.microsoft.com/office/drawing/2014/main" id="{4A94EF3E-C6A0-82C6-7A33-6D903F50D1D4}"/>
              </a:ext>
            </a:extLst>
          </p:cNvPr>
          <p:cNvSpPr txBox="1"/>
          <p:nvPr/>
        </p:nvSpPr>
        <p:spPr>
          <a:xfrm>
            <a:off x="0" y="804719"/>
            <a:ext cx="4908566" cy="461665"/>
          </a:xfrm>
          <a:prstGeom prst="rect">
            <a:avLst/>
          </a:prstGeom>
          <a:noFill/>
        </p:spPr>
        <p:txBody>
          <a:bodyPr wrap="square" rtlCol="0">
            <a:spAutoFit/>
          </a:bodyPr>
          <a:lstStyle/>
          <a:p>
            <a:pPr algn="r"/>
            <a:r>
              <a:rPr lang="en-US" sz="2400" b="1" dirty="0">
                <a:solidFill>
                  <a:schemeClr val="bg1"/>
                </a:solidFill>
              </a:rPr>
              <a:t>DETECTING AND LABELLING</a:t>
            </a:r>
            <a:endParaRPr lang="en-IN" sz="2400" b="1" dirty="0">
              <a:solidFill>
                <a:schemeClr val="bg1"/>
              </a:solidFill>
            </a:endParaRPr>
          </a:p>
        </p:txBody>
      </p:sp>
      <p:pic>
        <p:nvPicPr>
          <p:cNvPr id="4" name="Picture 3">
            <a:extLst>
              <a:ext uri="{FF2B5EF4-FFF2-40B4-BE49-F238E27FC236}">
                <a16:creationId xmlns:a16="http://schemas.microsoft.com/office/drawing/2014/main" id="{6D842DF2-2459-2680-1597-71935CE8C2A4}"/>
              </a:ext>
            </a:extLst>
          </p:cNvPr>
          <p:cNvPicPr>
            <a:picLocks noChangeAspect="1"/>
          </p:cNvPicPr>
          <p:nvPr/>
        </p:nvPicPr>
        <p:blipFill>
          <a:blip r:embed="rId2"/>
          <a:stretch>
            <a:fillRect/>
          </a:stretch>
        </p:blipFill>
        <p:spPr>
          <a:xfrm>
            <a:off x="529772" y="1402079"/>
            <a:ext cx="8969828" cy="5185431"/>
          </a:xfrm>
          <a:prstGeom prst="rect">
            <a:avLst/>
          </a:prstGeom>
        </p:spPr>
      </p:pic>
    </p:spTree>
    <p:extLst>
      <p:ext uri="{BB962C8B-B14F-4D97-AF65-F5344CB8AC3E}">
        <p14:creationId xmlns:p14="http://schemas.microsoft.com/office/powerpoint/2010/main" val="4137880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4CE5773-B8EB-1A99-A791-7077F86FF1CD}"/>
              </a:ext>
            </a:extLst>
          </p:cNvPr>
          <p:cNvSpPr>
            <a:spLocks noGrp="1"/>
          </p:cNvSpPr>
          <p:nvPr>
            <p:ph type="body" sz="quarter" idx="14"/>
          </p:nvPr>
        </p:nvSpPr>
        <p:spPr/>
        <p:txBody>
          <a:bodyPr/>
          <a:lstStyle/>
          <a:p>
            <a:endParaRPr lang="en-IN" dirty="0"/>
          </a:p>
        </p:txBody>
      </p:sp>
      <p:sp>
        <p:nvSpPr>
          <p:cNvPr id="6" name="Footer Placeholder 5">
            <a:extLst>
              <a:ext uri="{FF2B5EF4-FFF2-40B4-BE49-F238E27FC236}">
                <a16:creationId xmlns:a16="http://schemas.microsoft.com/office/drawing/2014/main" id="{2BF87B18-5414-7378-970E-06308D9204DD}"/>
              </a:ext>
            </a:extLst>
          </p:cNvPr>
          <p:cNvSpPr>
            <a:spLocks noGrp="1"/>
          </p:cNvSpPr>
          <p:nvPr>
            <p:ph type="ftr" sz="quarter" idx="10"/>
          </p:nvPr>
        </p:nvSpPr>
        <p:spPr/>
        <p:txBody>
          <a:bodyPr/>
          <a:lstStyle/>
          <a:p>
            <a:r>
              <a:rPr lang="en-US"/>
              <a:t>EXPRESSION DETECTION</a:t>
            </a:r>
          </a:p>
        </p:txBody>
      </p:sp>
      <p:sp>
        <p:nvSpPr>
          <p:cNvPr id="7" name="Slide Number Placeholder 6">
            <a:extLst>
              <a:ext uri="{FF2B5EF4-FFF2-40B4-BE49-F238E27FC236}">
                <a16:creationId xmlns:a16="http://schemas.microsoft.com/office/drawing/2014/main" id="{1658A904-939A-5B5B-73E2-7C88E8F21E0F}"/>
              </a:ext>
            </a:extLst>
          </p:cNvPr>
          <p:cNvSpPr>
            <a:spLocks noGrp="1"/>
          </p:cNvSpPr>
          <p:nvPr>
            <p:ph type="sldNum" sz="quarter" idx="11"/>
          </p:nvPr>
        </p:nvSpPr>
        <p:spPr/>
        <p:txBody>
          <a:bodyPr/>
          <a:lstStyle/>
          <a:p>
            <a:fld id="{0A95BBB0-0295-4C7E-A3D0-2F07981FE8CB}" type="slidenum">
              <a:rPr lang="en-US" smtClean="0"/>
              <a:pPr/>
              <a:t>15</a:t>
            </a:fld>
            <a:endParaRPr lang="en-US"/>
          </a:p>
        </p:txBody>
      </p:sp>
      <p:sp>
        <p:nvSpPr>
          <p:cNvPr id="2" name="Title 1">
            <a:extLst>
              <a:ext uri="{FF2B5EF4-FFF2-40B4-BE49-F238E27FC236}">
                <a16:creationId xmlns:a16="http://schemas.microsoft.com/office/drawing/2014/main" id="{DB2D997C-53BA-9AC1-F2F6-A57CEE0CDF0D}"/>
              </a:ext>
            </a:extLst>
          </p:cNvPr>
          <p:cNvSpPr>
            <a:spLocks noGrp="1"/>
          </p:cNvSpPr>
          <p:nvPr>
            <p:ph type="title"/>
          </p:nvPr>
        </p:nvSpPr>
        <p:spPr>
          <a:xfrm>
            <a:off x="7095018" y="202547"/>
            <a:ext cx="5009896" cy="742405"/>
          </a:xfrm>
        </p:spPr>
        <p:txBody>
          <a:bodyPr/>
          <a:lstStyle/>
          <a:p>
            <a:r>
              <a:rPr lang="en-US" sz="4800" dirty="0"/>
              <a:t>DRIVER CODE</a:t>
            </a:r>
            <a:endParaRPr lang="en-IN" sz="4800" dirty="0"/>
          </a:p>
        </p:txBody>
      </p:sp>
      <p:sp>
        <p:nvSpPr>
          <p:cNvPr id="15" name="TextBox 14">
            <a:extLst>
              <a:ext uri="{FF2B5EF4-FFF2-40B4-BE49-F238E27FC236}">
                <a16:creationId xmlns:a16="http://schemas.microsoft.com/office/drawing/2014/main" id="{4A94EF3E-C6A0-82C6-7A33-6D903F50D1D4}"/>
              </a:ext>
            </a:extLst>
          </p:cNvPr>
          <p:cNvSpPr txBox="1"/>
          <p:nvPr/>
        </p:nvSpPr>
        <p:spPr>
          <a:xfrm>
            <a:off x="294804" y="838940"/>
            <a:ext cx="4364281" cy="461665"/>
          </a:xfrm>
          <a:prstGeom prst="rect">
            <a:avLst/>
          </a:prstGeom>
          <a:noFill/>
        </p:spPr>
        <p:txBody>
          <a:bodyPr wrap="square" rtlCol="0">
            <a:spAutoFit/>
          </a:bodyPr>
          <a:lstStyle/>
          <a:p>
            <a:pPr algn="r"/>
            <a:r>
              <a:rPr lang="en-US" sz="2400" b="1" dirty="0">
                <a:solidFill>
                  <a:schemeClr val="bg1"/>
                </a:solidFill>
              </a:rPr>
              <a:t>PREDICTION AND SAVING</a:t>
            </a:r>
            <a:endParaRPr lang="en-IN" sz="2400" b="1" dirty="0">
              <a:solidFill>
                <a:schemeClr val="bg1"/>
              </a:solidFill>
            </a:endParaRPr>
          </a:p>
        </p:txBody>
      </p:sp>
      <p:pic>
        <p:nvPicPr>
          <p:cNvPr id="8" name="Picture 7">
            <a:extLst>
              <a:ext uri="{FF2B5EF4-FFF2-40B4-BE49-F238E27FC236}">
                <a16:creationId xmlns:a16="http://schemas.microsoft.com/office/drawing/2014/main" id="{FADD9C1A-E7EE-FF17-30C2-6C9E3170257D}"/>
              </a:ext>
            </a:extLst>
          </p:cNvPr>
          <p:cNvPicPr>
            <a:picLocks noChangeAspect="1"/>
          </p:cNvPicPr>
          <p:nvPr/>
        </p:nvPicPr>
        <p:blipFill rotWithShape="1">
          <a:blip r:embed="rId2"/>
          <a:srcRect r="8255"/>
          <a:stretch/>
        </p:blipFill>
        <p:spPr>
          <a:xfrm>
            <a:off x="501370" y="1356093"/>
            <a:ext cx="9274670" cy="5221446"/>
          </a:xfrm>
          <a:prstGeom prst="rect">
            <a:avLst/>
          </a:prstGeom>
        </p:spPr>
      </p:pic>
    </p:spTree>
    <p:extLst>
      <p:ext uri="{BB962C8B-B14F-4D97-AF65-F5344CB8AC3E}">
        <p14:creationId xmlns:p14="http://schemas.microsoft.com/office/powerpoint/2010/main" val="2897665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A2964D-5768-4672-3F82-A576EBABBC30}"/>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42B2F"/>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913B067F-3154-4968-A886-DF93A787E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7" name="Oval 16">
              <a:extLst>
                <a:ext uri="{FF2B5EF4-FFF2-40B4-BE49-F238E27FC236}">
                  <a16:creationId xmlns:a16="http://schemas.microsoft.com/office/drawing/2014/main" id="{97583D6C-C05B-47AB-8540-B2700B82A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501AD91-D973-4968-95E4-4C26CFDF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C165989-F5FE-4BB6-9817-E7828CB1D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B0649CC-B912-4E82-BEA0-DA75ECB19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BA08C17-C9A5-4FA8-ABC4-44FB3B869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0DEAC6C-553C-437E-BC17-D4495233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7" name="Straight Connector 26">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5" name="Straight Connector 34">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1F4E1649-4D1F-4A91-AF97-A254BFDD52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776904"/>
            <a:ext cx="304800" cy="429768"/>
            <a:chOff x="215328" y="-46937"/>
            <a:chExt cx="304800" cy="2773841"/>
          </a:xfrm>
        </p:grpSpPr>
        <p:cxnSp>
          <p:nvCxnSpPr>
            <p:cNvPr id="41" name="Straight Connector 40">
              <a:extLst>
                <a:ext uri="{FF2B5EF4-FFF2-40B4-BE49-F238E27FC236}">
                  <a16:creationId xmlns:a16="http://schemas.microsoft.com/office/drawing/2014/main" id="{FE483602-62F9-474D-9C9B-5EE4CD7671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D7D1AC0-A6C7-40E3-9841-F34AC831A4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951C4DD-7427-497D-9DE3-9D731D3F45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EE18298-0BF5-4D7A-921A-2F4186E8D9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 name="Footer Placeholder 2">
            <a:extLst>
              <a:ext uri="{FF2B5EF4-FFF2-40B4-BE49-F238E27FC236}">
                <a16:creationId xmlns:a16="http://schemas.microsoft.com/office/drawing/2014/main" id="{C016729A-A6CD-0AF2-7868-5EB51EE00906}"/>
              </a:ext>
            </a:extLst>
          </p:cNvPr>
          <p:cNvSpPr>
            <a:spLocks noGrp="1"/>
          </p:cNvSpPr>
          <p:nvPr>
            <p:ph type="ftr" sz="quarter" idx="10"/>
          </p:nvPr>
        </p:nvSpPr>
        <p:spPr>
          <a:xfrm>
            <a:off x="630936" y="6308832"/>
            <a:ext cx="8320722" cy="548640"/>
          </a:xfrm>
        </p:spPr>
        <p:txBody>
          <a:bodyPr vert="horz" lIns="91440" tIns="45720" rIns="91440" bIns="45720" rtlCol="0" anchor="ctr">
            <a:normAutofit/>
          </a:bodyPr>
          <a:lstStyle/>
          <a:p>
            <a:pPr algn="just">
              <a:spcAft>
                <a:spcPts val="600"/>
              </a:spcAft>
            </a:pPr>
            <a:r>
              <a:rPr lang="en-US" sz="1050" kern="1200">
                <a:latin typeface="+mn-lt"/>
                <a:ea typeface="+mn-ea"/>
                <a:cs typeface="+mn-cs"/>
              </a:rPr>
              <a:t>EXPRESSION DETECTION SYSTEM</a:t>
            </a:r>
          </a:p>
        </p:txBody>
      </p:sp>
      <p:sp>
        <p:nvSpPr>
          <p:cNvPr id="4" name="Slide Number Placeholder 3">
            <a:extLst>
              <a:ext uri="{FF2B5EF4-FFF2-40B4-BE49-F238E27FC236}">
                <a16:creationId xmlns:a16="http://schemas.microsoft.com/office/drawing/2014/main" id="{846BDD32-6BB7-7021-4C1C-4873828DE587}"/>
              </a:ext>
            </a:extLst>
          </p:cNvPr>
          <p:cNvSpPr>
            <a:spLocks noGrp="1"/>
          </p:cNvSpPr>
          <p:nvPr>
            <p:ph type="sldNum" sz="quarter" idx="11"/>
          </p:nvPr>
        </p:nvSpPr>
        <p:spPr>
          <a:xfrm>
            <a:off x="0" y="6309360"/>
            <a:ext cx="640080" cy="548640"/>
          </a:xfrm>
        </p:spPr>
        <p:txBody>
          <a:bodyPr vert="horz" lIns="91440" tIns="45720" rIns="91440" bIns="45720" rtlCol="0" anchor="ctr">
            <a:normAutofit/>
          </a:bodyPr>
          <a:lstStyle/>
          <a:p>
            <a:pPr>
              <a:spcAft>
                <a:spcPts val="600"/>
              </a:spcAft>
            </a:pPr>
            <a:fld id="{0A95BBB0-0295-4C7E-A3D0-2F07981FE8CB}" type="slidenum">
              <a:rPr lang="en-US" sz="1200">
                <a:latin typeface="+mn-lt"/>
                <a:cs typeface="+mn-cs"/>
              </a:rPr>
              <a:pPr>
                <a:spcAft>
                  <a:spcPts val="600"/>
                </a:spcAft>
              </a:pPr>
              <a:t>16</a:t>
            </a:fld>
            <a:endParaRPr lang="en-US" sz="1200">
              <a:latin typeface="+mn-lt"/>
              <a:cs typeface="+mn-cs"/>
            </a:endParaRPr>
          </a:p>
        </p:txBody>
      </p:sp>
      <p:sp>
        <p:nvSpPr>
          <p:cNvPr id="46" name="Oval 45">
            <a:extLst>
              <a:ext uri="{FF2B5EF4-FFF2-40B4-BE49-F238E27FC236}">
                <a16:creationId xmlns:a16="http://schemas.microsoft.com/office/drawing/2014/main" id="{773AEA78-C03B-40B7-9D11-DC022119D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60000"/>
                  <a:lumOff val="4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BA1E4988-B8E5-4B7E-D9D6-1E392AD5E4BD}"/>
              </a:ext>
            </a:extLst>
          </p:cNvPr>
          <p:cNvSpPr>
            <a:spLocks noGrp="1"/>
          </p:cNvSpPr>
          <p:nvPr>
            <p:ph type="title"/>
          </p:nvPr>
        </p:nvSpPr>
        <p:spPr>
          <a:xfrm>
            <a:off x="625428" y="676657"/>
            <a:ext cx="9443832" cy="1618488"/>
          </a:xfrm>
        </p:spPr>
        <p:txBody>
          <a:bodyPr/>
          <a:lstStyle/>
          <a:p>
            <a:pPr algn="ctr"/>
            <a:r>
              <a:rPr lang="en-US" sz="4800" dirty="0">
                <a:ea typeface="+mj-lt"/>
                <a:cs typeface="+mj-lt"/>
              </a:rPr>
              <a:t>DATABASE INTEGRATION</a:t>
            </a:r>
            <a:endParaRPr lang="en-US" sz="4800" b="0" dirty="0">
              <a:solidFill>
                <a:srgbClr val="000000"/>
              </a:solidFill>
              <a:ea typeface="+mj-lt"/>
              <a:cs typeface="+mj-lt"/>
            </a:endParaRPr>
          </a:p>
          <a:p>
            <a:endParaRPr lang="en-US" sz="4800" dirty="0"/>
          </a:p>
        </p:txBody>
      </p:sp>
      <p:sp>
        <p:nvSpPr>
          <p:cNvPr id="13" name="Footer Placeholder 5">
            <a:extLst>
              <a:ext uri="{FF2B5EF4-FFF2-40B4-BE49-F238E27FC236}">
                <a16:creationId xmlns:a16="http://schemas.microsoft.com/office/drawing/2014/main" id="{57F2508A-E782-BA56-923C-30EC86039A98}"/>
              </a:ext>
            </a:extLst>
          </p:cNvPr>
          <p:cNvSpPr txBox="1">
            <a:spLocks/>
          </p:cNvSpPr>
          <p:nvPr/>
        </p:nvSpPr>
        <p:spPr>
          <a:xfrm rot="5400000">
            <a:off x="9303308" y="2840600"/>
            <a:ext cx="4243390" cy="1533992"/>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spc="300" baseline="0">
                <a:solidFill>
                  <a:schemeClr val="bg1"/>
                </a:solidFill>
                <a:latin typeface="+mj-lt"/>
                <a:ea typeface="+mn-ea"/>
                <a:cs typeface="Posterama" panose="020B0504020200020000"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EXPRESSION DETECTION</a:t>
            </a:r>
          </a:p>
        </p:txBody>
      </p:sp>
      <p:sp>
        <p:nvSpPr>
          <p:cNvPr id="15" name="Slide Number Placeholder 6">
            <a:extLst>
              <a:ext uri="{FF2B5EF4-FFF2-40B4-BE49-F238E27FC236}">
                <a16:creationId xmlns:a16="http://schemas.microsoft.com/office/drawing/2014/main" id="{F72715FC-6E61-D814-F856-92EB5360E098}"/>
              </a:ext>
            </a:extLst>
          </p:cNvPr>
          <p:cNvSpPr txBox="1">
            <a:spLocks/>
          </p:cNvSpPr>
          <p:nvPr/>
        </p:nvSpPr>
        <p:spPr>
          <a:xfrm>
            <a:off x="10658006" y="5729289"/>
            <a:ext cx="1533993" cy="1127124"/>
          </a:xfrm>
          <a:prstGeom prst="rect">
            <a:avLst/>
          </a:prstGeom>
        </p:spPr>
        <p:txBody>
          <a:bodyPr vert="horz" lIns="91440" tIns="45720" rIns="91440" bIns="45720" rtlCol="0" anchor="ctr"/>
          <a:lstStyle>
            <a:defPPr>
              <a:defRPr lang="en-US"/>
            </a:defPPr>
            <a:lvl1pPr marL="0" algn="ctr" defTabSz="914400" rtl="0" eaLnBrk="1" latinLnBrk="0" hangingPunct="1">
              <a:defRPr sz="6000" b="0" i="0" kern="1200">
                <a:solidFill>
                  <a:schemeClr val="bg1"/>
                </a:solidFill>
                <a:latin typeface="+mj-lt"/>
                <a:ea typeface="+mn-ea"/>
                <a:cs typeface="Posterama" panose="020B0504020200020000"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95BBB0-0295-4C7E-A3D0-2F07981FE8CB}" type="slidenum">
              <a:rPr lang="en-US" smtClean="0"/>
              <a:pPr/>
              <a:t>16</a:t>
            </a:fld>
            <a:endParaRPr lang="en-US"/>
          </a:p>
        </p:txBody>
      </p:sp>
      <p:pic>
        <p:nvPicPr>
          <p:cNvPr id="31" name="Picture 30">
            <a:extLst>
              <a:ext uri="{FF2B5EF4-FFF2-40B4-BE49-F238E27FC236}">
                <a16:creationId xmlns:a16="http://schemas.microsoft.com/office/drawing/2014/main" id="{341076B2-E624-5679-B835-5FF5926FF2F4}"/>
              </a:ext>
            </a:extLst>
          </p:cNvPr>
          <p:cNvPicPr>
            <a:picLocks noChangeAspect="1"/>
          </p:cNvPicPr>
          <p:nvPr/>
        </p:nvPicPr>
        <p:blipFill>
          <a:blip r:embed="rId2">
            <a:alphaModFix amt="35000"/>
            <a:extLst>
              <a:ext uri="{837473B0-CC2E-450A-ABE3-18F120FF3D39}">
                <a1611:picAttrSrcUrl xmlns:a1611="http://schemas.microsoft.com/office/drawing/2016/11/main" r:id="rId3"/>
              </a:ext>
            </a:extLst>
          </a:blip>
          <a:stretch>
            <a:fillRect/>
          </a:stretch>
        </p:blipFill>
        <p:spPr>
          <a:xfrm>
            <a:off x="2157270" y="3110359"/>
            <a:ext cx="2461767" cy="2461767"/>
          </a:xfrm>
          <a:prstGeom prst="rect">
            <a:avLst/>
          </a:prstGeom>
        </p:spPr>
      </p:pic>
      <p:sp>
        <p:nvSpPr>
          <p:cNvPr id="10" name="Text Placeholder 2">
            <a:extLst>
              <a:ext uri="{FF2B5EF4-FFF2-40B4-BE49-F238E27FC236}">
                <a16:creationId xmlns:a16="http://schemas.microsoft.com/office/drawing/2014/main" id="{847B8FF9-FD3D-F2B3-378F-B5CBD127D63A}"/>
              </a:ext>
            </a:extLst>
          </p:cNvPr>
          <p:cNvSpPr>
            <a:spLocks noGrp="1"/>
          </p:cNvSpPr>
          <p:nvPr>
            <p:ph type="body" sz="quarter" idx="13"/>
          </p:nvPr>
        </p:nvSpPr>
        <p:spPr>
          <a:xfrm>
            <a:off x="625428" y="2049467"/>
            <a:ext cx="6158465" cy="2752344"/>
          </a:xfrm>
        </p:spPr>
        <p:txBody>
          <a:bodyPr vert="horz" lIns="91440" tIns="45720" rIns="91440" bIns="45720" rtlCol="0" anchor="t">
            <a:noAutofit/>
          </a:bodyPr>
          <a:lstStyle/>
          <a:p>
            <a:r>
              <a:rPr lang="en-US" sz="2400" b="1" dirty="0">
                <a:latin typeface="Posterama"/>
                <a:ea typeface="+mn-lt"/>
                <a:cs typeface="+mn-lt"/>
              </a:rPr>
              <a:t>EMOTION ANALYSIS INTEGRATION</a:t>
            </a:r>
            <a:r>
              <a:rPr lang="en-US" sz="2400" b="1" dirty="0">
                <a:solidFill>
                  <a:srgbClr val="ECECEC"/>
                </a:solidFill>
                <a:latin typeface="Posterama"/>
                <a:ea typeface="+mn-lt"/>
                <a:cs typeface="+mn-lt"/>
              </a:rPr>
              <a:t> </a:t>
            </a:r>
            <a:endParaRPr lang="en-US" sz="2400" b="1" dirty="0">
              <a:solidFill>
                <a:srgbClr val="ECECEC"/>
              </a:solidFill>
              <a:latin typeface="Posterama"/>
              <a:cs typeface="Posterama"/>
            </a:endParaRPr>
          </a:p>
          <a:p>
            <a:r>
              <a:rPr lang="en-US" sz="2400" b="1" dirty="0">
                <a:latin typeface="Posterama"/>
                <a:ea typeface="+mn-lt"/>
                <a:cs typeface="+mn-lt"/>
              </a:rPr>
              <a:t>TIMESTAMP INCLUSION</a:t>
            </a:r>
          </a:p>
          <a:p>
            <a:r>
              <a:rPr lang="en-US" sz="2400" b="1" dirty="0">
                <a:latin typeface="Posterama"/>
                <a:ea typeface="+mn-lt"/>
                <a:cs typeface="+mn-lt"/>
              </a:rPr>
              <a:t>ENHANCED DATA VISUALIZATION</a:t>
            </a:r>
          </a:p>
          <a:p>
            <a:r>
              <a:rPr lang="en-US" sz="2400" b="1" dirty="0">
                <a:latin typeface="Posterama"/>
                <a:ea typeface="+mn-lt"/>
                <a:cs typeface="+mn-lt"/>
              </a:rPr>
              <a:t>ACTIONABLE INSIGHTS</a:t>
            </a:r>
            <a:endParaRPr lang="en-US" sz="2400" b="1" dirty="0">
              <a:solidFill>
                <a:srgbClr val="FFFFFF"/>
              </a:solidFill>
              <a:latin typeface="Posterama"/>
              <a:ea typeface="+mn-lt"/>
              <a:cs typeface="+mn-lt"/>
            </a:endParaRPr>
          </a:p>
          <a:p>
            <a:r>
              <a:rPr lang="en-US" sz="2400" b="1" dirty="0">
                <a:latin typeface="Posterama"/>
                <a:ea typeface="+mn-lt"/>
                <a:cs typeface="+mn-lt"/>
              </a:rPr>
              <a:t>CONTINUOUS IMPROVEMENT</a:t>
            </a:r>
            <a:endParaRPr lang="en-US" sz="2400" b="1" dirty="0">
              <a:solidFill>
                <a:srgbClr val="ECECEC"/>
              </a:solidFill>
              <a:latin typeface="Posterama"/>
            </a:endParaRPr>
          </a:p>
        </p:txBody>
      </p:sp>
      <p:pic>
        <p:nvPicPr>
          <p:cNvPr id="45" name="Picture 44">
            <a:extLst>
              <a:ext uri="{FF2B5EF4-FFF2-40B4-BE49-F238E27FC236}">
                <a16:creationId xmlns:a16="http://schemas.microsoft.com/office/drawing/2014/main" id="{03C8F314-F5F6-6EE2-4D4C-22B6CEB8D9F1}"/>
              </a:ext>
            </a:extLst>
          </p:cNvPr>
          <p:cNvPicPr>
            <a:picLocks noChangeAspect="1"/>
          </p:cNvPicPr>
          <p:nvPr/>
        </p:nvPicPr>
        <p:blipFill>
          <a:blip r:embed="rId4">
            <a:alphaModFix amt="35000"/>
            <a:extLst>
              <a:ext uri="{837473B0-CC2E-450A-ABE3-18F120FF3D39}">
                <a1611:picAttrSrcUrl xmlns:a1611="http://schemas.microsoft.com/office/drawing/2016/11/main" r:id="rId5"/>
              </a:ext>
            </a:extLst>
          </a:blip>
          <a:stretch>
            <a:fillRect/>
          </a:stretch>
        </p:blipFill>
        <p:spPr>
          <a:xfrm>
            <a:off x="10537437" y="4638746"/>
            <a:ext cx="1175393" cy="1239273"/>
          </a:xfrm>
          <a:prstGeom prst="rect">
            <a:avLst/>
          </a:prstGeom>
        </p:spPr>
      </p:pic>
      <p:sp>
        <p:nvSpPr>
          <p:cNvPr id="11" name="Text Placeholder 4">
            <a:extLst>
              <a:ext uri="{FF2B5EF4-FFF2-40B4-BE49-F238E27FC236}">
                <a16:creationId xmlns:a16="http://schemas.microsoft.com/office/drawing/2014/main" id="{85F944B4-2128-972D-4560-499248C90946}"/>
              </a:ext>
            </a:extLst>
          </p:cNvPr>
          <p:cNvSpPr>
            <a:spLocks noGrp="1"/>
          </p:cNvSpPr>
          <p:nvPr>
            <p:ph type="body" sz="quarter" idx="14"/>
          </p:nvPr>
        </p:nvSpPr>
        <p:spPr>
          <a:xfrm>
            <a:off x="9863126" y="281264"/>
            <a:ext cx="2328872" cy="6288750"/>
          </a:xfrm>
        </p:spPr>
        <p:txBody>
          <a:bodyPr/>
          <a:lstStyle/>
          <a:p>
            <a:endParaRPr lang="en-US" dirty="0"/>
          </a:p>
        </p:txBody>
      </p:sp>
      <p:pic>
        <p:nvPicPr>
          <p:cNvPr id="49" name="Picture 48">
            <a:extLst>
              <a:ext uri="{FF2B5EF4-FFF2-40B4-BE49-F238E27FC236}">
                <a16:creationId xmlns:a16="http://schemas.microsoft.com/office/drawing/2014/main" id="{07177FE0-DA7E-CE53-2C9A-ABE6E004961C}"/>
              </a:ext>
            </a:extLst>
          </p:cNvPr>
          <p:cNvPicPr>
            <a:picLocks noChangeAspect="1"/>
          </p:cNvPicPr>
          <p:nvPr/>
        </p:nvPicPr>
        <p:blipFill>
          <a:blip r:embed="rId6">
            <a:alphaModFix amt="50000"/>
            <a:extLst>
              <a:ext uri="{BEBA8EAE-BF5A-486C-A8C5-ECC9F3942E4B}">
                <a14:imgProps xmlns:a14="http://schemas.microsoft.com/office/drawing/2010/main">
                  <a14:imgLayer r:embed="rId7">
                    <a14:imgEffect>
                      <a14:backgroundRemoval t="10000" b="90000" l="10000" r="90000"/>
                    </a14:imgEffect>
                  </a14:imgLayer>
                </a14:imgProps>
              </a:ext>
              <a:ext uri="{837473B0-CC2E-450A-ABE3-18F120FF3D39}">
                <a1611:picAttrSrcUrl xmlns:a1611="http://schemas.microsoft.com/office/drawing/2016/11/main" r:id="rId8"/>
              </a:ext>
            </a:extLst>
          </a:blip>
          <a:stretch>
            <a:fillRect/>
          </a:stretch>
        </p:blipFill>
        <p:spPr>
          <a:xfrm>
            <a:off x="7597735" y="2347212"/>
            <a:ext cx="4364833" cy="3574854"/>
          </a:xfrm>
          <a:prstGeom prst="rect">
            <a:avLst/>
          </a:prstGeom>
        </p:spPr>
      </p:pic>
    </p:spTree>
    <p:extLst>
      <p:ext uri="{BB962C8B-B14F-4D97-AF65-F5344CB8AC3E}">
        <p14:creationId xmlns:p14="http://schemas.microsoft.com/office/powerpoint/2010/main" val="2978997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426A669-2119-14EC-C833-A5840E5622B3}"/>
              </a:ext>
            </a:extLst>
          </p:cNvPr>
          <p:cNvSpPr>
            <a:spLocks noGrp="1"/>
          </p:cNvSpPr>
          <p:nvPr>
            <p:ph type="body" sz="quarter" idx="12"/>
          </p:nvPr>
        </p:nvSpPr>
        <p:spPr/>
        <p:txBody>
          <a:bodyPr/>
          <a:lstStyle/>
          <a:p>
            <a:endParaRPr lang="en-IN" dirty="0"/>
          </a:p>
        </p:txBody>
      </p:sp>
      <p:sp>
        <p:nvSpPr>
          <p:cNvPr id="7" name="Title 1">
            <a:extLst>
              <a:ext uri="{FF2B5EF4-FFF2-40B4-BE49-F238E27FC236}">
                <a16:creationId xmlns:a16="http://schemas.microsoft.com/office/drawing/2014/main" id="{1E02AF24-8EC2-791C-56E6-677255B40F45}"/>
              </a:ext>
            </a:extLst>
          </p:cNvPr>
          <p:cNvSpPr>
            <a:spLocks noGrp="1"/>
          </p:cNvSpPr>
          <p:nvPr>
            <p:ph type="title"/>
          </p:nvPr>
        </p:nvSpPr>
        <p:spPr>
          <a:xfrm>
            <a:off x="1921520" y="191078"/>
            <a:ext cx="9443832" cy="1618488"/>
          </a:xfrm>
        </p:spPr>
        <p:txBody>
          <a:bodyPr/>
          <a:lstStyle/>
          <a:p>
            <a:pPr algn="ctr"/>
            <a:r>
              <a:rPr lang="en-US" sz="4800" dirty="0">
                <a:ea typeface="+mj-lt"/>
                <a:cs typeface="+mj-lt"/>
              </a:rPr>
              <a:t>DATABASE </a:t>
            </a:r>
            <a:r>
              <a:rPr lang="en-US" sz="4800" dirty="0">
                <a:solidFill>
                  <a:schemeClr val="tx1"/>
                </a:solidFill>
                <a:ea typeface="+mj-lt"/>
                <a:cs typeface="+mj-lt"/>
              </a:rPr>
              <a:t>INTEGRATION</a:t>
            </a:r>
            <a:endParaRPr lang="en-US" sz="4800" b="0" dirty="0">
              <a:solidFill>
                <a:schemeClr val="tx1"/>
              </a:solidFill>
              <a:ea typeface="+mj-lt"/>
              <a:cs typeface="+mj-lt"/>
            </a:endParaRPr>
          </a:p>
          <a:p>
            <a:endParaRPr lang="en-US" sz="4800" dirty="0"/>
          </a:p>
        </p:txBody>
      </p:sp>
      <p:pic>
        <p:nvPicPr>
          <p:cNvPr id="9" name="Picture 8">
            <a:extLst>
              <a:ext uri="{FF2B5EF4-FFF2-40B4-BE49-F238E27FC236}">
                <a16:creationId xmlns:a16="http://schemas.microsoft.com/office/drawing/2014/main" id="{6C3ED7DC-D460-19BE-D22C-2922C3DE2267}"/>
              </a:ext>
            </a:extLst>
          </p:cNvPr>
          <p:cNvPicPr>
            <a:picLocks noChangeAspect="1"/>
          </p:cNvPicPr>
          <p:nvPr/>
        </p:nvPicPr>
        <p:blipFill>
          <a:blip r:embed="rId2"/>
          <a:stretch>
            <a:fillRect/>
          </a:stretch>
        </p:blipFill>
        <p:spPr>
          <a:xfrm>
            <a:off x="131889" y="2274694"/>
            <a:ext cx="7079401" cy="4583306"/>
          </a:xfrm>
          <a:prstGeom prst="rect">
            <a:avLst/>
          </a:prstGeom>
        </p:spPr>
      </p:pic>
      <p:pic>
        <p:nvPicPr>
          <p:cNvPr id="6" name="Picture 5">
            <a:extLst>
              <a:ext uri="{FF2B5EF4-FFF2-40B4-BE49-F238E27FC236}">
                <a16:creationId xmlns:a16="http://schemas.microsoft.com/office/drawing/2014/main" id="{A7A02EC4-6E49-FE91-DE76-63DC6F654651}"/>
              </a:ext>
            </a:extLst>
          </p:cNvPr>
          <p:cNvPicPr>
            <a:picLocks noChangeAspect="1"/>
          </p:cNvPicPr>
          <p:nvPr/>
        </p:nvPicPr>
        <p:blipFill>
          <a:blip r:embed="rId3"/>
          <a:stretch>
            <a:fillRect/>
          </a:stretch>
        </p:blipFill>
        <p:spPr>
          <a:xfrm>
            <a:off x="5643957" y="1191233"/>
            <a:ext cx="6307320" cy="2872767"/>
          </a:xfrm>
          <a:prstGeom prst="rect">
            <a:avLst/>
          </a:prstGeom>
        </p:spPr>
      </p:pic>
      <p:sp>
        <p:nvSpPr>
          <p:cNvPr id="10" name="TextBox 9">
            <a:extLst>
              <a:ext uri="{FF2B5EF4-FFF2-40B4-BE49-F238E27FC236}">
                <a16:creationId xmlns:a16="http://schemas.microsoft.com/office/drawing/2014/main" id="{C87AB476-3923-135A-87F9-3C8755FBCB44}"/>
              </a:ext>
            </a:extLst>
          </p:cNvPr>
          <p:cNvSpPr txBox="1"/>
          <p:nvPr/>
        </p:nvSpPr>
        <p:spPr>
          <a:xfrm>
            <a:off x="666794" y="1578734"/>
            <a:ext cx="4977163" cy="461665"/>
          </a:xfrm>
          <a:prstGeom prst="rect">
            <a:avLst/>
          </a:prstGeom>
          <a:noFill/>
        </p:spPr>
        <p:txBody>
          <a:bodyPr wrap="square" rtlCol="0">
            <a:spAutoFit/>
          </a:bodyPr>
          <a:lstStyle/>
          <a:p>
            <a:pPr algn="r"/>
            <a:r>
              <a:rPr lang="en-US" sz="2400" b="1" dirty="0">
                <a:solidFill>
                  <a:schemeClr val="bg1"/>
                </a:solidFill>
              </a:rPr>
              <a:t>SAVING TO EXCEL (DATABASE)</a:t>
            </a:r>
            <a:endParaRPr lang="en-IN" sz="2400" b="1" dirty="0">
              <a:solidFill>
                <a:schemeClr val="bg1"/>
              </a:solidFill>
            </a:endParaRPr>
          </a:p>
        </p:txBody>
      </p:sp>
      <p:sp>
        <p:nvSpPr>
          <p:cNvPr id="11" name="TextBox 10">
            <a:extLst>
              <a:ext uri="{FF2B5EF4-FFF2-40B4-BE49-F238E27FC236}">
                <a16:creationId xmlns:a16="http://schemas.microsoft.com/office/drawing/2014/main" id="{5C86687D-DF08-D562-9EC9-74B98467CEE4}"/>
              </a:ext>
            </a:extLst>
          </p:cNvPr>
          <p:cNvSpPr txBox="1"/>
          <p:nvPr/>
        </p:nvSpPr>
        <p:spPr>
          <a:xfrm>
            <a:off x="7405149" y="5064155"/>
            <a:ext cx="4010890" cy="830997"/>
          </a:xfrm>
          <a:prstGeom prst="rect">
            <a:avLst/>
          </a:prstGeom>
          <a:noFill/>
        </p:spPr>
        <p:txBody>
          <a:bodyPr wrap="square" rtlCol="0">
            <a:spAutoFit/>
          </a:bodyPr>
          <a:lstStyle/>
          <a:p>
            <a:pPr algn="r"/>
            <a:r>
              <a:rPr lang="en-US" sz="2400" b="1" dirty="0"/>
              <a:t>DISPLAYING THE DATA FOR FURTHUR ANALYSIS</a:t>
            </a:r>
            <a:endParaRPr lang="en-IN" sz="2400" b="1" dirty="0"/>
          </a:p>
        </p:txBody>
      </p:sp>
    </p:spTree>
    <p:extLst>
      <p:ext uri="{BB962C8B-B14F-4D97-AF65-F5344CB8AC3E}">
        <p14:creationId xmlns:p14="http://schemas.microsoft.com/office/powerpoint/2010/main" val="3808536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wearing headphones&#10;&#10;Description automatically generated">
            <a:extLst>
              <a:ext uri="{FF2B5EF4-FFF2-40B4-BE49-F238E27FC236}">
                <a16:creationId xmlns:a16="http://schemas.microsoft.com/office/drawing/2014/main" id="{3C29787F-EB5C-5647-5689-D19586608BA9}"/>
              </a:ext>
            </a:extLst>
          </p:cNvPr>
          <p:cNvPicPr>
            <a:picLocks noChangeAspect="1"/>
          </p:cNvPicPr>
          <p:nvPr/>
        </p:nvPicPr>
        <p:blipFill rotWithShape="1">
          <a:blip r:embed="rId2"/>
          <a:srcRect l="4647" t="-345" r="4814" b="-392"/>
          <a:stretch/>
        </p:blipFill>
        <p:spPr>
          <a:xfrm>
            <a:off x="147595" y="209189"/>
            <a:ext cx="3542543" cy="2176911"/>
          </a:xfrm>
          <a:prstGeom prst="rect">
            <a:avLst/>
          </a:prstGeom>
        </p:spPr>
      </p:pic>
      <p:pic>
        <p:nvPicPr>
          <p:cNvPr id="12" name="Picture 11" descr="A person with his hands on his cheeks&#10;&#10;Description automatically generated">
            <a:extLst>
              <a:ext uri="{FF2B5EF4-FFF2-40B4-BE49-F238E27FC236}">
                <a16:creationId xmlns:a16="http://schemas.microsoft.com/office/drawing/2014/main" id="{CC8E51A9-A0B7-F812-BB53-C4B4992D3EBD}"/>
              </a:ext>
            </a:extLst>
          </p:cNvPr>
          <p:cNvPicPr>
            <a:picLocks noChangeAspect="1"/>
          </p:cNvPicPr>
          <p:nvPr/>
        </p:nvPicPr>
        <p:blipFill rotWithShape="1">
          <a:blip r:embed="rId3"/>
          <a:srcRect l="10352" t="1075" r="10268" b="295"/>
          <a:stretch/>
        </p:blipFill>
        <p:spPr>
          <a:xfrm>
            <a:off x="4460696" y="211431"/>
            <a:ext cx="3275866" cy="2189548"/>
          </a:xfrm>
          <a:prstGeom prst="rect">
            <a:avLst/>
          </a:prstGeom>
        </p:spPr>
      </p:pic>
      <p:pic>
        <p:nvPicPr>
          <p:cNvPr id="14" name="Picture 13" descr="A person with a surprised expression&#10;&#10;Description automatically generated">
            <a:extLst>
              <a:ext uri="{FF2B5EF4-FFF2-40B4-BE49-F238E27FC236}">
                <a16:creationId xmlns:a16="http://schemas.microsoft.com/office/drawing/2014/main" id="{7F904972-F7A6-17B5-3573-4A3DDDB4918D}"/>
              </a:ext>
            </a:extLst>
          </p:cNvPr>
          <p:cNvPicPr>
            <a:picLocks noChangeAspect="1"/>
          </p:cNvPicPr>
          <p:nvPr/>
        </p:nvPicPr>
        <p:blipFill rotWithShape="1">
          <a:blip r:embed="rId4"/>
          <a:srcRect l="4520" r="17325" b="332"/>
          <a:stretch/>
        </p:blipFill>
        <p:spPr>
          <a:xfrm>
            <a:off x="145516" y="4014200"/>
            <a:ext cx="3546561" cy="2562567"/>
          </a:xfrm>
          <a:prstGeom prst="rect">
            <a:avLst/>
          </a:prstGeom>
        </p:spPr>
      </p:pic>
      <p:pic>
        <p:nvPicPr>
          <p:cNvPr id="15" name="Picture 14" descr="A person wearing headphones&#10;&#10;Description automatically generated">
            <a:extLst>
              <a:ext uri="{FF2B5EF4-FFF2-40B4-BE49-F238E27FC236}">
                <a16:creationId xmlns:a16="http://schemas.microsoft.com/office/drawing/2014/main" id="{4FDDF592-743F-6798-EA77-038AEDBBCE1C}"/>
              </a:ext>
            </a:extLst>
          </p:cNvPr>
          <p:cNvPicPr>
            <a:picLocks noChangeAspect="1"/>
          </p:cNvPicPr>
          <p:nvPr/>
        </p:nvPicPr>
        <p:blipFill rotWithShape="1">
          <a:blip r:embed="rId5"/>
          <a:srcRect l="9756" r="28397" b="-657"/>
          <a:stretch/>
        </p:blipFill>
        <p:spPr>
          <a:xfrm>
            <a:off x="4577466" y="4011066"/>
            <a:ext cx="3037063" cy="2568833"/>
          </a:xfrm>
          <a:prstGeom prst="rect">
            <a:avLst/>
          </a:prstGeom>
        </p:spPr>
      </p:pic>
      <p:pic>
        <p:nvPicPr>
          <p:cNvPr id="16" name="Picture 15" descr="A person with his mouth open&#10;&#10;Description automatically generated">
            <a:extLst>
              <a:ext uri="{FF2B5EF4-FFF2-40B4-BE49-F238E27FC236}">
                <a16:creationId xmlns:a16="http://schemas.microsoft.com/office/drawing/2014/main" id="{7CEBF9F8-3CF7-D12D-5E26-3B1A2B9E5B6A}"/>
              </a:ext>
            </a:extLst>
          </p:cNvPr>
          <p:cNvPicPr>
            <a:picLocks noChangeAspect="1"/>
          </p:cNvPicPr>
          <p:nvPr/>
        </p:nvPicPr>
        <p:blipFill>
          <a:blip r:embed="rId6"/>
          <a:stretch>
            <a:fillRect/>
          </a:stretch>
        </p:blipFill>
        <p:spPr>
          <a:xfrm>
            <a:off x="8227617" y="214045"/>
            <a:ext cx="3605060" cy="2183259"/>
          </a:xfrm>
          <a:prstGeom prst="rect">
            <a:avLst/>
          </a:prstGeom>
        </p:spPr>
      </p:pic>
      <p:pic>
        <p:nvPicPr>
          <p:cNvPr id="17" name="Picture 16" descr="A person wearing headphones&#10;&#10;Description automatically generated">
            <a:extLst>
              <a:ext uri="{FF2B5EF4-FFF2-40B4-BE49-F238E27FC236}">
                <a16:creationId xmlns:a16="http://schemas.microsoft.com/office/drawing/2014/main" id="{D7BFBA57-C777-C1B0-7681-4B0C8C27D070}"/>
              </a:ext>
            </a:extLst>
          </p:cNvPr>
          <p:cNvPicPr>
            <a:picLocks noChangeAspect="1"/>
          </p:cNvPicPr>
          <p:nvPr/>
        </p:nvPicPr>
        <p:blipFill rotWithShape="1">
          <a:blip r:embed="rId7"/>
          <a:srcRect r="23897" b="-527"/>
          <a:stretch/>
        </p:blipFill>
        <p:spPr>
          <a:xfrm>
            <a:off x="8316687" y="4016804"/>
            <a:ext cx="3536640" cy="2559963"/>
          </a:xfrm>
          <a:prstGeom prst="rect">
            <a:avLst/>
          </a:prstGeom>
        </p:spPr>
      </p:pic>
      <p:sp>
        <p:nvSpPr>
          <p:cNvPr id="3" name="Title 1">
            <a:extLst>
              <a:ext uri="{FF2B5EF4-FFF2-40B4-BE49-F238E27FC236}">
                <a16:creationId xmlns:a16="http://schemas.microsoft.com/office/drawing/2014/main" id="{C1A6992B-DA47-4E85-15A5-876C147BFB1A}"/>
              </a:ext>
            </a:extLst>
          </p:cNvPr>
          <p:cNvSpPr txBox="1">
            <a:spLocks/>
          </p:cNvSpPr>
          <p:nvPr/>
        </p:nvSpPr>
        <p:spPr>
          <a:xfrm>
            <a:off x="3541486" y="2767704"/>
            <a:ext cx="5109028" cy="846693"/>
          </a:xfrm>
          <a:prstGeom prst="rect">
            <a:avLst/>
          </a:prstGeom>
        </p:spPr>
        <p:txBody>
          <a:bodyPr/>
          <a:lstStyle>
            <a:lvl1pPr algn="l" defTabSz="914400" rtl="0" eaLnBrk="1" latinLnBrk="0" hangingPunct="1">
              <a:lnSpc>
                <a:spcPct val="90000"/>
              </a:lnSpc>
              <a:spcBef>
                <a:spcPct val="0"/>
              </a:spcBef>
              <a:buNone/>
              <a:defRPr sz="4400" b="1" i="0" kern="1200" cap="all" spc="300" baseline="0">
                <a:solidFill>
                  <a:schemeClr val="bg1"/>
                </a:solidFill>
                <a:latin typeface="+mj-lt"/>
                <a:ea typeface="+mj-ea"/>
                <a:cs typeface="Posterama" panose="020B0504020200020000" pitchFamily="34" charset="0"/>
              </a:defRPr>
            </a:lvl1pPr>
          </a:lstStyle>
          <a:p>
            <a:pPr algn="ctr"/>
            <a:r>
              <a:rPr lang="en-US" sz="6000" spc="-150" dirty="0">
                <a:ea typeface="+mj-lt"/>
                <a:cs typeface="+mj-lt"/>
              </a:rPr>
              <a:t>RESULTS</a:t>
            </a:r>
            <a:endParaRPr lang="en-US" sz="7200" spc="-150" dirty="0"/>
          </a:p>
        </p:txBody>
      </p:sp>
      <p:sp>
        <p:nvSpPr>
          <p:cNvPr id="4" name="TextBox 3">
            <a:extLst>
              <a:ext uri="{FF2B5EF4-FFF2-40B4-BE49-F238E27FC236}">
                <a16:creationId xmlns:a16="http://schemas.microsoft.com/office/drawing/2014/main" id="{79FAF715-9D63-B66A-AB97-9ABB9E1C7295}"/>
              </a:ext>
            </a:extLst>
          </p:cNvPr>
          <p:cNvSpPr txBox="1"/>
          <p:nvPr/>
        </p:nvSpPr>
        <p:spPr>
          <a:xfrm>
            <a:off x="1265376" y="2397304"/>
            <a:ext cx="1306839" cy="461665"/>
          </a:xfrm>
          <a:prstGeom prst="rect">
            <a:avLst/>
          </a:prstGeom>
          <a:noFill/>
        </p:spPr>
        <p:txBody>
          <a:bodyPr wrap="square" rtlCol="0">
            <a:spAutoFit/>
          </a:bodyPr>
          <a:lstStyle/>
          <a:p>
            <a:pPr algn="r"/>
            <a:r>
              <a:rPr lang="en-US" sz="2400" b="1" dirty="0">
                <a:solidFill>
                  <a:schemeClr val="accent3"/>
                </a:solidFill>
              </a:rPr>
              <a:t>ANGER</a:t>
            </a:r>
            <a:endParaRPr lang="en-IN" sz="2400" b="1" dirty="0">
              <a:solidFill>
                <a:schemeClr val="accent3"/>
              </a:solidFill>
            </a:endParaRPr>
          </a:p>
        </p:txBody>
      </p:sp>
      <p:sp>
        <p:nvSpPr>
          <p:cNvPr id="5" name="TextBox 4">
            <a:extLst>
              <a:ext uri="{FF2B5EF4-FFF2-40B4-BE49-F238E27FC236}">
                <a16:creationId xmlns:a16="http://schemas.microsoft.com/office/drawing/2014/main" id="{C528AAF5-9BAA-D9C0-512D-9867033FEE21}"/>
              </a:ext>
            </a:extLst>
          </p:cNvPr>
          <p:cNvSpPr txBox="1"/>
          <p:nvPr/>
        </p:nvSpPr>
        <p:spPr>
          <a:xfrm>
            <a:off x="1027482" y="3429000"/>
            <a:ext cx="1782625" cy="461665"/>
          </a:xfrm>
          <a:prstGeom prst="rect">
            <a:avLst/>
          </a:prstGeom>
          <a:noFill/>
        </p:spPr>
        <p:txBody>
          <a:bodyPr wrap="square" rtlCol="0">
            <a:spAutoFit/>
          </a:bodyPr>
          <a:lstStyle/>
          <a:p>
            <a:pPr algn="r"/>
            <a:r>
              <a:rPr lang="en-US" sz="2400" b="1" dirty="0">
                <a:solidFill>
                  <a:schemeClr val="accent3"/>
                </a:solidFill>
              </a:rPr>
              <a:t>NEUTRAL</a:t>
            </a:r>
            <a:endParaRPr lang="en-IN" sz="2400" b="1" dirty="0">
              <a:solidFill>
                <a:schemeClr val="accent3"/>
              </a:solidFill>
            </a:endParaRPr>
          </a:p>
        </p:txBody>
      </p:sp>
      <p:sp>
        <p:nvSpPr>
          <p:cNvPr id="7" name="TextBox 6">
            <a:extLst>
              <a:ext uri="{FF2B5EF4-FFF2-40B4-BE49-F238E27FC236}">
                <a16:creationId xmlns:a16="http://schemas.microsoft.com/office/drawing/2014/main" id="{8B2DD83E-93F7-59AE-4F4A-E543DF255647}"/>
              </a:ext>
            </a:extLst>
          </p:cNvPr>
          <p:cNvSpPr txBox="1"/>
          <p:nvPr/>
        </p:nvSpPr>
        <p:spPr>
          <a:xfrm>
            <a:off x="5340652" y="2362686"/>
            <a:ext cx="1306839" cy="461665"/>
          </a:xfrm>
          <a:prstGeom prst="rect">
            <a:avLst/>
          </a:prstGeom>
          <a:noFill/>
        </p:spPr>
        <p:txBody>
          <a:bodyPr wrap="square" rtlCol="0">
            <a:spAutoFit/>
          </a:bodyPr>
          <a:lstStyle/>
          <a:p>
            <a:pPr algn="r"/>
            <a:r>
              <a:rPr lang="en-US" sz="2400" b="1" dirty="0">
                <a:solidFill>
                  <a:schemeClr val="accent3"/>
                </a:solidFill>
              </a:rPr>
              <a:t>FEAR</a:t>
            </a:r>
            <a:endParaRPr lang="en-IN" sz="2400" b="1" dirty="0">
              <a:solidFill>
                <a:schemeClr val="accent3"/>
              </a:solidFill>
            </a:endParaRPr>
          </a:p>
        </p:txBody>
      </p:sp>
      <p:sp>
        <p:nvSpPr>
          <p:cNvPr id="8" name="TextBox 7">
            <a:extLst>
              <a:ext uri="{FF2B5EF4-FFF2-40B4-BE49-F238E27FC236}">
                <a16:creationId xmlns:a16="http://schemas.microsoft.com/office/drawing/2014/main" id="{DB373E7C-F73A-5908-7515-2159DEC2CF8A}"/>
              </a:ext>
            </a:extLst>
          </p:cNvPr>
          <p:cNvSpPr txBox="1"/>
          <p:nvPr/>
        </p:nvSpPr>
        <p:spPr>
          <a:xfrm>
            <a:off x="5244353" y="3534336"/>
            <a:ext cx="1306839" cy="461665"/>
          </a:xfrm>
          <a:prstGeom prst="rect">
            <a:avLst/>
          </a:prstGeom>
          <a:noFill/>
        </p:spPr>
        <p:txBody>
          <a:bodyPr wrap="square" rtlCol="0">
            <a:spAutoFit/>
          </a:bodyPr>
          <a:lstStyle/>
          <a:p>
            <a:pPr algn="r"/>
            <a:r>
              <a:rPr lang="en-US" sz="2400" b="1" dirty="0">
                <a:solidFill>
                  <a:schemeClr val="accent3"/>
                </a:solidFill>
              </a:rPr>
              <a:t>SAD</a:t>
            </a:r>
            <a:endParaRPr lang="en-IN" sz="2400" b="1" dirty="0">
              <a:solidFill>
                <a:schemeClr val="accent3"/>
              </a:solidFill>
            </a:endParaRPr>
          </a:p>
        </p:txBody>
      </p:sp>
      <p:sp>
        <p:nvSpPr>
          <p:cNvPr id="9" name="TextBox 8">
            <a:extLst>
              <a:ext uri="{FF2B5EF4-FFF2-40B4-BE49-F238E27FC236}">
                <a16:creationId xmlns:a16="http://schemas.microsoft.com/office/drawing/2014/main" id="{69199012-347F-FC3A-8DA2-8E49DFFE96DC}"/>
              </a:ext>
            </a:extLst>
          </p:cNvPr>
          <p:cNvSpPr txBox="1"/>
          <p:nvPr/>
        </p:nvSpPr>
        <p:spPr>
          <a:xfrm>
            <a:off x="9212084" y="2339614"/>
            <a:ext cx="1714540" cy="461665"/>
          </a:xfrm>
          <a:prstGeom prst="rect">
            <a:avLst/>
          </a:prstGeom>
          <a:noFill/>
        </p:spPr>
        <p:txBody>
          <a:bodyPr wrap="square" rtlCol="0">
            <a:spAutoFit/>
          </a:bodyPr>
          <a:lstStyle/>
          <a:p>
            <a:pPr algn="r"/>
            <a:r>
              <a:rPr lang="en-US" sz="2400" b="1" dirty="0">
                <a:solidFill>
                  <a:schemeClr val="accent3"/>
                </a:solidFill>
              </a:rPr>
              <a:t>SURPRISE</a:t>
            </a:r>
            <a:endParaRPr lang="en-IN" sz="2400" b="1" dirty="0">
              <a:solidFill>
                <a:schemeClr val="accent3"/>
              </a:solidFill>
            </a:endParaRPr>
          </a:p>
        </p:txBody>
      </p:sp>
      <p:sp>
        <p:nvSpPr>
          <p:cNvPr id="10" name="TextBox 9">
            <a:extLst>
              <a:ext uri="{FF2B5EF4-FFF2-40B4-BE49-F238E27FC236}">
                <a16:creationId xmlns:a16="http://schemas.microsoft.com/office/drawing/2014/main" id="{49831AC5-989B-CC39-F24E-C82F9E6EA30A}"/>
              </a:ext>
            </a:extLst>
          </p:cNvPr>
          <p:cNvSpPr txBox="1"/>
          <p:nvPr/>
        </p:nvSpPr>
        <p:spPr>
          <a:xfrm>
            <a:off x="9317396" y="3534335"/>
            <a:ext cx="1306839" cy="461665"/>
          </a:xfrm>
          <a:prstGeom prst="rect">
            <a:avLst/>
          </a:prstGeom>
          <a:noFill/>
        </p:spPr>
        <p:txBody>
          <a:bodyPr wrap="square" rtlCol="0">
            <a:spAutoFit/>
          </a:bodyPr>
          <a:lstStyle/>
          <a:p>
            <a:pPr algn="r"/>
            <a:r>
              <a:rPr lang="en-US" sz="2400" b="1" dirty="0">
                <a:solidFill>
                  <a:schemeClr val="accent3"/>
                </a:solidFill>
              </a:rPr>
              <a:t>HAPPY</a:t>
            </a:r>
            <a:endParaRPr lang="en-IN" sz="2400" b="1" dirty="0">
              <a:solidFill>
                <a:schemeClr val="accent3"/>
              </a:solidFill>
            </a:endParaRPr>
          </a:p>
        </p:txBody>
      </p:sp>
    </p:spTree>
    <p:extLst>
      <p:ext uri="{BB962C8B-B14F-4D97-AF65-F5344CB8AC3E}">
        <p14:creationId xmlns:p14="http://schemas.microsoft.com/office/powerpoint/2010/main" val="466907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33DA7-B368-EEAA-AD94-E08D5FAF49C1}"/>
              </a:ext>
            </a:extLst>
          </p:cNvPr>
          <p:cNvSpPr>
            <a:spLocks noGrp="1"/>
          </p:cNvSpPr>
          <p:nvPr>
            <p:ph type="title"/>
          </p:nvPr>
        </p:nvSpPr>
        <p:spPr>
          <a:xfrm>
            <a:off x="454733" y="425994"/>
            <a:ext cx="7441040" cy="894806"/>
          </a:xfrm>
        </p:spPr>
        <p:txBody>
          <a:bodyPr/>
          <a:lstStyle/>
          <a:p>
            <a:r>
              <a:rPr lang="en-US" dirty="0"/>
              <a:t>ADVANCEMENTS</a:t>
            </a:r>
            <a:endParaRPr lang="en-IN" dirty="0"/>
          </a:p>
        </p:txBody>
      </p:sp>
      <p:sp>
        <p:nvSpPr>
          <p:cNvPr id="3" name="Text Placeholder 2">
            <a:extLst>
              <a:ext uri="{FF2B5EF4-FFF2-40B4-BE49-F238E27FC236}">
                <a16:creationId xmlns:a16="http://schemas.microsoft.com/office/drawing/2014/main" id="{2D3753EA-3EC9-645B-94D8-77E5FF0CBF69}"/>
              </a:ext>
            </a:extLst>
          </p:cNvPr>
          <p:cNvSpPr>
            <a:spLocks noGrp="1"/>
          </p:cNvSpPr>
          <p:nvPr>
            <p:ph type="body" sz="quarter" idx="12"/>
          </p:nvPr>
        </p:nvSpPr>
        <p:spPr>
          <a:xfrm>
            <a:off x="643998" y="1874301"/>
            <a:ext cx="9929659" cy="894805"/>
          </a:xfrm>
        </p:spPr>
        <p:txBody>
          <a:bodyPr/>
          <a:lstStyle/>
          <a:p>
            <a:pPr marL="342900" indent="-342900">
              <a:buFont typeface="Arial" panose="020B0604020202020204" pitchFamily="34" charset="0"/>
              <a:buChar char="•"/>
            </a:pPr>
            <a:r>
              <a:rPr lang="en-US" dirty="0"/>
              <a:t>IMPROVE ACCURACY AND FRAME RATE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CLOUD BASED DATABASE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EXTENDING SYSTEM TO BEHAVIOURAL ANALYSIS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CAN ADD AUDIO MODELS FOR BETTER ANALYSIS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ETHICAL CONSIDERATION</a:t>
            </a:r>
          </a:p>
          <a:p>
            <a:pPr marL="342900" indent="-342900">
              <a:buFont typeface="Arial" panose="020B0604020202020204" pitchFamily="34" charset="0"/>
              <a:buChar char="•"/>
            </a:pPr>
            <a:endParaRPr lang="en-IN" dirty="0"/>
          </a:p>
        </p:txBody>
      </p:sp>
      <p:sp>
        <p:nvSpPr>
          <p:cNvPr id="9" name="Footer Placeholder 8">
            <a:extLst>
              <a:ext uri="{FF2B5EF4-FFF2-40B4-BE49-F238E27FC236}">
                <a16:creationId xmlns:a16="http://schemas.microsoft.com/office/drawing/2014/main" id="{80DE7A03-5527-08BF-844D-8CDAD33E71E4}"/>
              </a:ext>
            </a:extLst>
          </p:cNvPr>
          <p:cNvSpPr>
            <a:spLocks noGrp="1"/>
          </p:cNvSpPr>
          <p:nvPr>
            <p:ph type="ftr" sz="quarter" idx="10"/>
          </p:nvPr>
        </p:nvSpPr>
        <p:spPr/>
        <p:txBody>
          <a:bodyPr/>
          <a:lstStyle/>
          <a:p>
            <a:r>
              <a:rPr lang="en-US"/>
              <a:t>EXPRESSION DETECTION</a:t>
            </a:r>
          </a:p>
        </p:txBody>
      </p:sp>
      <p:sp>
        <p:nvSpPr>
          <p:cNvPr id="10" name="Slide Number Placeholder 9">
            <a:extLst>
              <a:ext uri="{FF2B5EF4-FFF2-40B4-BE49-F238E27FC236}">
                <a16:creationId xmlns:a16="http://schemas.microsoft.com/office/drawing/2014/main" id="{1FDA9F2D-7CEA-5DD9-3DBC-00CAE23DB703}"/>
              </a:ext>
            </a:extLst>
          </p:cNvPr>
          <p:cNvSpPr>
            <a:spLocks noGrp="1"/>
          </p:cNvSpPr>
          <p:nvPr>
            <p:ph type="sldNum" sz="quarter" idx="11"/>
          </p:nvPr>
        </p:nvSpPr>
        <p:spPr/>
        <p:txBody>
          <a:bodyPr/>
          <a:lstStyle/>
          <a:p>
            <a:fld id="{0A95BBB0-0295-4C7E-A3D0-2F07981FE8CB}" type="slidenum">
              <a:rPr lang="en-US" smtClean="0"/>
              <a:pPr/>
              <a:t>19</a:t>
            </a:fld>
            <a:endParaRPr lang="en-US"/>
          </a:p>
        </p:txBody>
      </p:sp>
    </p:spTree>
    <p:extLst>
      <p:ext uri="{BB962C8B-B14F-4D97-AF65-F5344CB8AC3E}">
        <p14:creationId xmlns:p14="http://schemas.microsoft.com/office/powerpoint/2010/main" val="61656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36D3B52-8560-A6B4-67AD-A2D56ED4176D}"/>
              </a:ext>
            </a:extLst>
          </p:cNvPr>
          <p:cNvSpPr>
            <a:spLocks noGrp="1"/>
          </p:cNvSpPr>
          <p:nvPr>
            <p:ph type="ftr" sz="quarter" idx="10"/>
          </p:nvPr>
        </p:nvSpPr>
        <p:spPr>
          <a:xfrm rot="5400000">
            <a:off x="8142165" y="796254"/>
            <a:ext cx="4243390" cy="1533992"/>
          </a:xfrm>
        </p:spPr>
        <p:txBody>
          <a:bodyPr/>
          <a:lstStyle/>
          <a:p>
            <a:r>
              <a:rPr lang="en-US" dirty="0"/>
              <a:t>EXPRESSION DETECTION</a:t>
            </a:r>
          </a:p>
        </p:txBody>
      </p:sp>
      <p:sp>
        <p:nvSpPr>
          <p:cNvPr id="6" name="Slide Number Placeholder 5">
            <a:extLst>
              <a:ext uri="{FF2B5EF4-FFF2-40B4-BE49-F238E27FC236}">
                <a16:creationId xmlns:a16="http://schemas.microsoft.com/office/drawing/2014/main" id="{42F4FAE1-6686-BC3F-799B-C38F25E097C4}"/>
              </a:ext>
            </a:extLst>
          </p:cNvPr>
          <p:cNvSpPr>
            <a:spLocks noGrp="1"/>
          </p:cNvSpPr>
          <p:nvPr>
            <p:ph type="sldNum" sz="quarter" idx="11"/>
          </p:nvPr>
        </p:nvSpPr>
        <p:spPr/>
        <p:txBody>
          <a:bodyPr/>
          <a:lstStyle/>
          <a:p>
            <a:fld id="{0A95BBB0-0295-4C7E-A3D0-2F07981FE8CB}" type="slidenum">
              <a:rPr lang="en-US" smtClean="0"/>
              <a:pPr/>
              <a:t>20</a:t>
            </a:fld>
            <a:endParaRPr lang="en-US"/>
          </a:p>
        </p:txBody>
      </p:sp>
      <p:sp>
        <p:nvSpPr>
          <p:cNvPr id="7" name="Title 1">
            <a:extLst>
              <a:ext uri="{FF2B5EF4-FFF2-40B4-BE49-F238E27FC236}">
                <a16:creationId xmlns:a16="http://schemas.microsoft.com/office/drawing/2014/main" id="{7A83EF4E-995C-1F1B-0CA2-EE723E69A27E}"/>
              </a:ext>
            </a:extLst>
          </p:cNvPr>
          <p:cNvSpPr txBox="1">
            <a:spLocks/>
          </p:cNvSpPr>
          <p:nvPr/>
        </p:nvSpPr>
        <p:spPr>
          <a:xfrm>
            <a:off x="832105" y="375194"/>
            <a:ext cx="7441040" cy="894806"/>
          </a:xfrm>
          <a:prstGeom prst="rect">
            <a:avLst/>
          </a:prstGeom>
        </p:spPr>
        <p:txBody>
          <a:bodyPr/>
          <a:lstStyle>
            <a:lvl1pPr algn="l" defTabSz="914400" rtl="0" eaLnBrk="1" latinLnBrk="0" hangingPunct="1">
              <a:lnSpc>
                <a:spcPct val="90000"/>
              </a:lnSpc>
              <a:spcBef>
                <a:spcPct val="0"/>
              </a:spcBef>
              <a:buNone/>
              <a:defRPr sz="4400" b="1" i="0" kern="1200" cap="all" spc="300" baseline="0">
                <a:solidFill>
                  <a:schemeClr val="bg1"/>
                </a:solidFill>
                <a:latin typeface="+mj-lt"/>
                <a:ea typeface="+mj-ea"/>
                <a:cs typeface="Posterama" panose="020B0504020200020000" pitchFamily="34" charset="0"/>
              </a:defRPr>
            </a:lvl1pPr>
          </a:lstStyle>
          <a:p>
            <a:r>
              <a:rPr lang="en-US" dirty="0">
                <a:solidFill>
                  <a:schemeClr val="accent1">
                    <a:lumMod val="50000"/>
                    <a:lumOff val="50000"/>
                  </a:schemeClr>
                </a:solidFill>
              </a:rPr>
              <a:t>CONCLUSION</a:t>
            </a:r>
            <a:endParaRPr lang="en-IN" dirty="0">
              <a:solidFill>
                <a:schemeClr val="accent1">
                  <a:lumMod val="50000"/>
                  <a:lumOff val="50000"/>
                </a:schemeClr>
              </a:solidFill>
            </a:endParaRPr>
          </a:p>
        </p:txBody>
      </p:sp>
      <p:sp>
        <p:nvSpPr>
          <p:cNvPr id="9" name="TextBox 8">
            <a:extLst>
              <a:ext uri="{FF2B5EF4-FFF2-40B4-BE49-F238E27FC236}">
                <a16:creationId xmlns:a16="http://schemas.microsoft.com/office/drawing/2014/main" id="{E06FDB60-7962-2A22-63B9-D689B676E1B8}"/>
              </a:ext>
            </a:extLst>
          </p:cNvPr>
          <p:cNvSpPr txBox="1"/>
          <p:nvPr/>
        </p:nvSpPr>
        <p:spPr>
          <a:xfrm>
            <a:off x="355601" y="1563250"/>
            <a:ext cx="9514113" cy="4154984"/>
          </a:xfrm>
          <a:prstGeom prst="rect">
            <a:avLst/>
          </a:prstGeom>
          <a:noFill/>
        </p:spPr>
        <p:txBody>
          <a:bodyPr wrap="square" rtlCol="0">
            <a:spAutoFit/>
          </a:bodyPr>
          <a:lstStyle/>
          <a:p>
            <a:pPr marL="342900" indent="-342900">
              <a:buFont typeface="Arial" panose="020B0604020202020204" pitchFamily="34" charset="0"/>
              <a:buChar char="•"/>
            </a:pPr>
            <a:r>
              <a:rPr lang="en-US" sz="2400" b="1" dirty="0">
                <a:solidFill>
                  <a:schemeClr val="bg1"/>
                </a:solidFill>
              </a:rPr>
              <a:t>OUR PROJECT MARKS A SIGNIFICANT MILESTONE IN THE REALM OF FACIAL EXPRESSION ANALYSIS AND RECOGNITION, AMPLIFIED BY THE INTEGRATION OF AGE AND GENDER RECOGNITION CAPABILITIES AND SEAMLESS DATABASE INTEGRATION USING EXCEL. </a:t>
            </a:r>
          </a:p>
          <a:p>
            <a:pPr marL="342900" indent="-342900">
              <a:buFont typeface="Arial" panose="020B0604020202020204" pitchFamily="34" charset="0"/>
              <a:buChar char="•"/>
            </a:pPr>
            <a:endParaRPr lang="en-US" sz="2400" b="1" dirty="0">
              <a:solidFill>
                <a:schemeClr val="bg1"/>
              </a:solidFill>
            </a:endParaRPr>
          </a:p>
          <a:p>
            <a:pPr marL="342900" indent="-342900">
              <a:buFont typeface="Arial" panose="020B0604020202020204" pitchFamily="34" charset="0"/>
              <a:buChar char="•"/>
            </a:pPr>
            <a:r>
              <a:rPr lang="en-US" sz="2400" b="1" dirty="0">
                <a:solidFill>
                  <a:schemeClr val="bg1"/>
                </a:solidFill>
              </a:rPr>
              <a:t>THIS MULTIFACETED SYSTEM EMBODIES A SYNERGY OF STATE-OF-THE-ART TECHNOLOGIES AND METHODOLOGIES, PROVIDING A ROBUST FOUNDATION FOR UNRAVELING THE COMPLEXITIES OF HUMAN EMOTIONS AND DEMOGRAPHICS.</a:t>
            </a:r>
            <a:endParaRPr lang="en-IN" sz="2400" b="1" dirty="0">
              <a:solidFill>
                <a:schemeClr val="bg1"/>
              </a:solidFill>
            </a:endParaRPr>
          </a:p>
        </p:txBody>
      </p:sp>
    </p:spTree>
    <p:extLst>
      <p:ext uri="{BB962C8B-B14F-4D97-AF65-F5344CB8AC3E}">
        <p14:creationId xmlns:p14="http://schemas.microsoft.com/office/powerpoint/2010/main" val="2375034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89394-3F59-0BE7-F02A-B3171D9CB9B1}"/>
              </a:ext>
            </a:extLst>
          </p:cNvPr>
          <p:cNvSpPr>
            <a:spLocks noGrp="1"/>
          </p:cNvSpPr>
          <p:nvPr>
            <p:ph type="title"/>
          </p:nvPr>
        </p:nvSpPr>
        <p:spPr>
          <a:xfrm>
            <a:off x="-2171754" y="270897"/>
            <a:ext cx="7793233" cy="1965960"/>
          </a:xfrm>
        </p:spPr>
        <p:txBody>
          <a:bodyPr/>
          <a:lstStyle/>
          <a:p>
            <a:r>
              <a:rPr lang="en-US" sz="6000">
                <a:cs typeface="Posterama"/>
              </a:rPr>
              <a:t>REFERENCES</a:t>
            </a:r>
            <a:endParaRPr lang="en-US" sz="6000"/>
          </a:p>
        </p:txBody>
      </p:sp>
      <p:sp>
        <p:nvSpPr>
          <p:cNvPr id="3" name="TextBox 2">
            <a:extLst>
              <a:ext uri="{FF2B5EF4-FFF2-40B4-BE49-F238E27FC236}">
                <a16:creationId xmlns:a16="http://schemas.microsoft.com/office/drawing/2014/main" id="{F5BA6118-866F-C8F6-0BEB-AE3FA184D771}"/>
              </a:ext>
            </a:extLst>
          </p:cNvPr>
          <p:cNvSpPr txBox="1"/>
          <p:nvPr/>
        </p:nvSpPr>
        <p:spPr>
          <a:xfrm>
            <a:off x="7136091" y="6358379"/>
            <a:ext cx="45185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EXPRESSION DETECTION​ SYSTEM</a:t>
            </a:r>
          </a:p>
        </p:txBody>
      </p:sp>
      <p:sp>
        <p:nvSpPr>
          <p:cNvPr id="10" name="Text Placeholder 9">
            <a:extLst>
              <a:ext uri="{FF2B5EF4-FFF2-40B4-BE49-F238E27FC236}">
                <a16:creationId xmlns:a16="http://schemas.microsoft.com/office/drawing/2014/main" id="{276230C3-A634-9FF9-D6D5-E8B90583CAAA}"/>
              </a:ext>
            </a:extLst>
          </p:cNvPr>
          <p:cNvSpPr>
            <a:spLocks noGrp="1"/>
          </p:cNvSpPr>
          <p:nvPr>
            <p:ph type="body" sz="quarter" idx="17"/>
          </p:nvPr>
        </p:nvSpPr>
        <p:spPr>
          <a:xfrm>
            <a:off x="494909" y="2587752"/>
            <a:ext cx="11352603" cy="4602118"/>
          </a:xfrm>
        </p:spPr>
        <p:txBody>
          <a:bodyPr vert="horz" lIns="91440" tIns="45720" rIns="91440" bIns="45720" rtlCol="0" anchor="t">
            <a:noAutofit/>
          </a:bodyPr>
          <a:lstStyle/>
          <a:p>
            <a:r>
              <a:rPr lang="en-GB" sz="1600" b="1">
                <a:ea typeface="+mn-lt"/>
                <a:cs typeface="+mn-lt"/>
              </a:rPr>
              <a:t>[1] Deep Learning Approach For Human Emotion-Gender-Age Recognition by Suraj S, Department of Computer science &amp; Engineering , PES University Bangalore, India</a:t>
            </a:r>
            <a:endParaRPr lang="en-GB" sz="1600" b="1"/>
          </a:p>
          <a:p>
            <a:endParaRPr lang="en-GB" sz="1600" b="1">
              <a:ea typeface="+mn-lt"/>
              <a:cs typeface="+mn-lt"/>
            </a:endParaRPr>
          </a:p>
          <a:p>
            <a:r>
              <a:rPr lang="en-GB" sz="1600" b="1">
                <a:ea typeface="+mn-lt"/>
                <a:cs typeface="+mn-lt"/>
              </a:rPr>
              <a:t>[2] John, </a:t>
            </a:r>
            <a:r>
              <a:rPr lang="en-GB" sz="1600" b="1" err="1">
                <a:ea typeface="+mn-lt"/>
                <a:cs typeface="+mn-lt"/>
              </a:rPr>
              <a:t>Ansamma</a:t>
            </a:r>
            <a:r>
              <a:rPr lang="en-GB" sz="1600" b="1">
                <a:ea typeface="+mn-lt"/>
                <a:cs typeface="+mn-lt"/>
              </a:rPr>
              <a:t>, M. C. Abhishek, Ananthu S. Ajayan, S. Sanoop, and Vishnu R. Kumar. "Real-Time Facial Emotion Recognition System With Improved Preprocessing and Feature Extraction." In 2020 Third International Conference on Smart Systems and Inventive Technology (ICSSIT), pp. 1328 1333. IEEE, 2020.</a:t>
            </a:r>
            <a:endParaRPr lang="en-GB" sz="1600" b="1"/>
          </a:p>
          <a:p>
            <a:endParaRPr lang="en-GB" sz="1600" b="1">
              <a:ea typeface="+mn-lt"/>
              <a:cs typeface="+mn-lt"/>
            </a:endParaRPr>
          </a:p>
          <a:p>
            <a:r>
              <a:rPr lang="en-GB" sz="1600" b="1">
                <a:ea typeface="+mn-lt"/>
                <a:cs typeface="+mn-lt"/>
              </a:rPr>
              <a:t>[3] </a:t>
            </a:r>
            <a:r>
              <a:rPr lang="en-GB" sz="1600" b="1" err="1">
                <a:ea typeface="+mn-lt"/>
                <a:cs typeface="+mn-lt"/>
              </a:rPr>
              <a:t>Noroozi</a:t>
            </a:r>
            <a:r>
              <a:rPr lang="en-GB" sz="1600" b="1">
                <a:ea typeface="+mn-lt"/>
                <a:cs typeface="+mn-lt"/>
              </a:rPr>
              <a:t>, Fatemeh, Marina Marjanovic, Angelina </a:t>
            </a:r>
            <a:r>
              <a:rPr lang="en-GB" sz="1600" b="1" err="1">
                <a:ea typeface="+mn-lt"/>
                <a:cs typeface="+mn-lt"/>
              </a:rPr>
              <a:t>Njegus</a:t>
            </a:r>
            <a:r>
              <a:rPr lang="en-GB" sz="1600" b="1">
                <a:ea typeface="+mn-lt"/>
                <a:cs typeface="+mn-lt"/>
              </a:rPr>
              <a:t>, Sergio Escalera, and Gholamreza </a:t>
            </a:r>
            <a:r>
              <a:rPr lang="en-GB" sz="1600" b="1" err="1">
                <a:ea typeface="+mn-lt"/>
                <a:cs typeface="+mn-lt"/>
              </a:rPr>
              <a:t>Anbarjafari</a:t>
            </a:r>
            <a:r>
              <a:rPr lang="en-GB" sz="1600" b="1">
                <a:ea typeface="+mn-lt"/>
                <a:cs typeface="+mn-lt"/>
              </a:rPr>
              <a:t>. "Audio-visual emotion recognition in video clips." IEEE Transactions on Affective Computing 10, no. 1 (2017): 60-75.</a:t>
            </a:r>
            <a:endParaRPr lang="en-GB" sz="1600" b="1"/>
          </a:p>
        </p:txBody>
      </p:sp>
    </p:spTree>
    <p:extLst>
      <p:ext uri="{BB962C8B-B14F-4D97-AF65-F5344CB8AC3E}">
        <p14:creationId xmlns:p14="http://schemas.microsoft.com/office/powerpoint/2010/main" val="149310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010BF-F64C-2851-FEFF-76C4B7B51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EBAD1-DAD9-1C9B-9DCF-C3DD2AD6D74F}"/>
              </a:ext>
            </a:extLst>
          </p:cNvPr>
          <p:cNvSpPr>
            <a:spLocks noGrp="1"/>
          </p:cNvSpPr>
          <p:nvPr>
            <p:ph type="title"/>
          </p:nvPr>
        </p:nvSpPr>
        <p:spPr>
          <a:xfrm>
            <a:off x="719132" y="2266237"/>
            <a:ext cx="4965192" cy="1965960"/>
          </a:xfrm>
        </p:spPr>
        <p:txBody>
          <a:bodyPr/>
          <a:lstStyle/>
          <a:p>
            <a:r>
              <a:rPr lang="en-US"/>
              <a:t>THANK YOU</a:t>
            </a:r>
          </a:p>
        </p:txBody>
      </p:sp>
      <p:sp>
        <p:nvSpPr>
          <p:cNvPr id="5" name="Text Placeholder 4">
            <a:extLst>
              <a:ext uri="{FF2B5EF4-FFF2-40B4-BE49-F238E27FC236}">
                <a16:creationId xmlns:a16="http://schemas.microsoft.com/office/drawing/2014/main" id="{8FEC077E-E513-71EF-2ABF-2F90DBD60489}"/>
              </a:ext>
            </a:extLst>
          </p:cNvPr>
          <p:cNvSpPr>
            <a:spLocks noGrp="1"/>
          </p:cNvSpPr>
          <p:nvPr>
            <p:ph type="body" sz="quarter" idx="17"/>
          </p:nvPr>
        </p:nvSpPr>
        <p:spPr>
          <a:xfrm>
            <a:off x="6685936" y="953139"/>
            <a:ext cx="5422588" cy="4960865"/>
          </a:xfrm>
        </p:spPr>
        <p:txBody>
          <a:bodyPr vert="horz" lIns="91440" tIns="45720" rIns="91440" bIns="45720" rtlCol="0" anchor="t">
            <a:noAutofit/>
          </a:bodyPr>
          <a:lstStyle/>
          <a:p>
            <a:r>
              <a:rPr lang="en-US" b="1" noProof="1"/>
              <a:t>J RUSHIL MANIDHAN 222010303042</a:t>
            </a:r>
          </a:p>
          <a:p>
            <a:endParaRPr lang="en-US" b="1" noProof="1"/>
          </a:p>
          <a:p>
            <a:r>
              <a:rPr lang="en-US" b="1" noProof="1"/>
              <a:t>PVN JAYANTH RAJ</a:t>
            </a:r>
          </a:p>
          <a:p>
            <a:r>
              <a:rPr lang="en-US" b="1" noProof="1">
                <a:ea typeface="+mn-lt"/>
                <a:cs typeface="+mn-lt"/>
              </a:rPr>
              <a:t>222010303048</a:t>
            </a:r>
            <a:endParaRPr lang="en-US">
              <a:ea typeface="+mn-lt"/>
              <a:cs typeface="+mn-lt"/>
            </a:endParaRPr>
          </a:p>
          <a:p>
            <a:endParaRPr lang="en-US" b="1" noProof="1"/>
          </a:p>
          <a:p>
            <a:r>
              <a:rPr lang="en-US" b="1" noProof="1"/>
              <a:t>K RUTHVICK</a:t>
            </a:r>
          </a:p>
          <a:p>
            <a:r>
              <a:rPr lang="en-US" b="1" noProof="1">
                <a:ea typeface="+mn-lt"/>
                <a:cs typeface="+mn-lt"/>
              </a:rPr>
              <a:t>222010303054</a:t>
            </a:r>
            <a:endParaRPr lang="en-US"/>
          </a:p>
          <a:p>
            <a:endParaRPr lang="en-US" b="1" noProof="1"/>
          </a:p>
          <a:p>
            <a:r>
              <a:rPr lang="en-US" b="1" noProof="1"/>
              <a:t>G SUPRITHA</a:t>
            </a:r>
          </a:p>
          <a:p>
            <a:r>
              <a:rPr lang="en-US" b="1" noProof="1">
                <a:ea typeface="+mn-lt"/>
                <a:cs typeface="+mn-lt"/>
              </a:rPr>
              <a:t>222010303058</a:t>
            </a:r>
            <a:endParaRPr lang="en-US"/>
          </a:p>
        </p:txBody>
      </p:sp>
      <p:grpSp>
        <p:nvGrpSpPr>
          <p:cNvPr id="7" name="Group 6">
            <a:extLst>
              <a:ext uri="{FF2B5EF4-FFF2-40B4-BE49-F238E27FC236}">
                <a16:creationId xmlns:a16="http://schemas.microsoft.com/office/drawing/2014/main" id="{55FDA071-F384-47F4-B07F-5A70C9975368}"/>
              </a:ext>
            </a:extLst>
          </p:cNvPr>
          <p:cNvGrpSpPr/>
          <p:nvPr/>
        </p:nvGrpSpPr>
        <p:grpSpPr>
          <a:xfrm>
            <a:off x="6082626" y="1819802"/>
            <a:ext cx="602130" cy="2850862"/>
            <a:chOff x="6082626" y="1386250"/>
            <a:chExt cx="602130" cy="2850862"/>
          </a:xfrm>
        </p:grpSpPr>
        <p:sp>
          <p:nvSpPr>
            <p:cNvPr id="4" name="Title 1">
              <a:extLst>
                <a:ext uri="{FF2B5EF4-FFF2-40B4-BE49-F238E27FC236}">
                  <a16:creationId xmlns:a16="http://schemas.microsoft.com/office/drawing/2014/main" id="{03E7BCB1-9B76-79CE-4C16-BF195111E516}"/>
                </a:ext>
              </a:extLst>
            </p:cNvPr>
            <p:cNvSpPr txBox="1">
              <a:spLocks/>
            </p:cNvSpPr>
            <p:nvPr/>
          </p:nvSpPr>
          <p:spPr>
            <a:xfrm>
              <a:off x="6082627" y="1386250"/>
              <a:ext cx="602129" cy="1769315"/>
            </a:xfrm>
            <a:prstGeom prst="rect">
              <a:avLst/>
            </a:prstGeom>
          </p:spPr>
          <p:txBody>
            <a:bodyPr vert="horz" lIns="91440" tIns="45720" rIns="91440" bIns="45720" rtlCol="0" anchor="ctr">
              <a:noAutofit/>
            </a:bodyPr>
            <a:lstStyle>
              <a:lvl1pPr algn="r" defTabSz="914400" rtl="0" eaLnBrk="1" latinLnBrk="0" hangingPunct="1">
                <a:lnSpc>
                  <a:spcPct val="100000"/>
                </a:lnSpc>
                <a:spcBef>
                  <a:spcPct val="0"/>
                </a:spcBef>
                <a:buNone/>
                <a:defRPr sz="7200" b="1" i="0" kern="1200" cap="all" spc="200" baseline="0">
                  <a:solidFill>
                    <a:schemeClr val="bg1"/>
                  </a:solidFill>
                  <a:latin typeface="+mj-lt"/>
                  <a:ea typeface="+mj-ea"/>
                  <a:cs typeface="Posterama" panose="020B0504020200020000" pitchFamily="34" charset="0"/>
                </a:defRPr>
              </a:lvl1pPr>
            </a:lstStyle>
            <a:p>
              <a:r>
                <a:rPr lang="en-US" sz="9600">
                  <a:cs typeface="Posterama"/>
                </a:rPr>
                <a:t>|</a:t>
              </a:r>
            </a:p>
          </p:txBody>
        </p:sp>
        <p:sp>
          <p:nvSpPr>
            <p:cNvPr id="6" name="Title 1">
              <a:extLst>
                <a:ext uri="{FF2B5EF4-FFF2-40B4-BE49-F238E27FC236}">
                  <a16:creationId xmlns:a16="http://schemas.microsoft.com/office/drawing/2014/main" id="{19AEF3F2-0839-0175-F34B-8CFDA1DF0FF0}"/>
                </a:ext>
              </a:extLst>
            </p:cNvPr>
            <p:cNvSpPr txBox="1">
              <a:spLocks/>
            </p:cNvSpPr>
            <p:nvPr/>
          </p:nvSpPr>
          <p:spPr>
            <a:xfrm>
              <a:off x="6082626" y="2467797"/>
              <a:ext cx="602129" cy="1769315"/>
            </a:xfrm>
            <a:prstGeom prst="rect">
              <a:avLst/>
            </a:prstGeom>
          </p:spPr>
          <p:txBody>
            <a:bodyPr vert="horz" lIns="91440" tIns="45720" rIns="91440" bIns="45720" rtlCol="0" anchor="ctr">
              <a:noAutofit/>
            </a:bodyPr>
            <a:lstStyle>
              <a:lvl1pPr algn="r" defTabSz="914400" rtl="0" eaLnBrk="1" latinLnBrk="0" hangingPunct="1">
                <a:lnSpc>
                  <a:spcPct val="100000"/>
                </a:lnSpc>
                <a:spcBef>
                  <a:spcPct val="0"/>
                </a:spcBef>
                <a:buNone/>
                <a:defRPr sz="7200" b="1" i="0" kern="1200" cap="all" spc="200" baseline="0">
                  <a:solidFill>
                    <a:schemeClr val="bg1"/>
                  </a:solidFill>
                  <a:latin typeface="+mj-lt"/>
                  <a:ea typeface="+mj-ea"/>
                  <a:cs typeface="Posterama" panose="020B0504020200020000" pitchFamily="34" charset="0"/>
                </a:defRPr>
              </a:lvl1pPr>
            </a:lstStyle>
            <a:p>
              <a:r>
                <a:rPr lang="en-US" sz="9600">
                  <a:cs typeface="Posterama"/>
                </a:rPr>
                <a:t>|</a:t>
              </a:r>
            </a:p>
          </p:txBody>
        </p:sp>
      </p:grpSp>
      <p:sp>
        <p:nvSpPr>
          <p:cNvPr id="3" name="TextBox 2">
            <a:extLst>
              <a:ext uri="{FF2B5EF4-FFF2-40B4-BE49-F238E27FC236}">
                <a16:creationId xmlns:a16="http://schemas.microsoft.com/office/drawing/2014/main" id="{DC3C5630-2141-C55B-047F-719AF1245C7A}"/>
              </a:ext>
            </a:extLst>
          </p:cNvPr>
          <p:cNvSpPr txBox="1"/>
          <p:nvPr/>
        </p:nvSpPr>
        <p:spPr>
          <a:xfrm>
            <a:off x="7136091" y="6358379"/>
            <a:ext cx="45185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EXPRESSION DETECTION​ SYSTEM</a:t>
            </a:r>
          </a:p>
        </p:txBody>
      </p:sp>
      <p:sp>
        <p:nvSpPr>
          <p:cNvPr id="8" name="TextBox 7">
            <a:extLst>
              <a:ext uri="{FF2B5EF4-FFF2-40B4-BE49-F238E27FC236}">
                <a16:creationId xmlns:a16="http://schemas.microsoft.com/office/drawing/2014/main" id="{E20D6870-9EC9-A8DC-BB70-66741F2D4DA8}"/>
              </a:ext>
            </a:extLst>
          </p:cNvPr>
          <p:cNvSpPr txBox="1"/>
          <p:nvPr/>
        </p:nvSpPr>
        <p:spPr>
          <a:xfrm>
            <a:off x="937968" y="6358379"/>
            <a:ext cx="45185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chemeClr val="bg1"/>
                </a:solidFill>
              </a:rPr>
              <a:t>GROUP 7010</a:t>
            </a:r>
            <a:endParaRPr lang="en-US">
              <a:solidFill>
                <a:schemeClr val="bg1"/>
              </a:solidFill>
            </a:endParaRPr>
          </a:p>
        </p:txBody>
      </p:sp>
    </p:spTree>
    <p:extLst>
      <p:ext uri="{BB962C8B-B14F-4D97-AF65-F5344CB8AC3E}">
        <p14:creationId xmlns:p14="http://schemas.microsoft.com/office/powerpoint/2010/main" val="3524582328"/>
      </p:ext>
    </p:extLst>
  </p:cSld>
  <p:clrMapOvr>
    <a:masterClrMapping/>
  </p:clrMapOvr>
</p:sld>
</file>

<file path=ppt/theme/theme1.xml><?xml version="1.0" encoding="utf-8"?>
<a:theme xmlns:a="http://schemas.openxmlformats.org/drawingml/2006/main" name="Office Theme">
  <a:themeElements>
    <a:clrScheme name="Modern Simple">
      <a:dk1>
        <a:srgbClr val="000000"/>
      </a:dk1>
      <a:lt1>
        <a:srgbClr val="FFFFFF"/>
      </a:lt1>
      <a:dk2>
        <a:srgbClr val="44546A"/>
      </a:dk2>
      <a:lt2>
        <a:srgbClr val="E7E6E6"/>
      </a:lt2>
      <a:accent1>
        <a:srgbClr val="042B2F"/>
      </a:accent1>
      <a:accent2>
        <a:srgbClr val="6C898B"/>
      </a:accent2>
      <a:accent3>
        <a:srgbClr val="E0C902"/>
      </a:accent3>
      <a:accent4>
        <a:srgbClr val="FFD7E3"/>
      </a:accent4>
      <a:accent5>
        <a:srgbClr val="F1A5B6"/>
      </a:accent5>
      <a:accent6>
        <a:srgbClr val="3E8FB5"/>
      </a:accent6>
      <a:hlink>
        <a:srgbClr val="0563C1"/>
      </a:hlink>
      <a:folHlink>
        <a:srgbClr val="954F72"/>
      </a:folHlink>
    </a:clrScheme>
    <a:fontScheme name="Custom 16">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7C4CDF8-DC51-40D3-8069-5CEC6EFB7766}">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21B8773-31A7-4AED-A940-92A29D6C5704}">
  <ds:schemaRefs>
    <ds:schemaRef ds:uri="http://schemas.microsoft.com/sharepoint/v3/contenttype/forms"/>
  </ds:schemaRefs>
</ds:datastoreItem>
</file>

<file path=customXml/itemProps3.xml><?xml version="1.0" encoding="utf-8"?>
<ds:datastoreItem xmlns:ds="http://schemas.openxmlformats.org/officeDocument/2006/customXml" ds:itemID="{A34019DE-C5FF-41EF-A34F-81291E290EE0}">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TM66699876</Template>
  <TotalTime>363</TotalTime>
  <Words>762</Words>
  <Application>Microsoft Office PowerPoint</Application>
  <PresentationFormat>Widescreen</PresentationFormat>
  <Paragraphs>189</Paragraphs>
  <Slides>22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Avenir Next LT Pro</vt:lpstr>
      <vt:lpstr>Calibri</vt:lpstr>
      <vt:lpstr>Posterama</vt:lpstr>
      <vt:lpstr>Trebuchet MS</vt:lpstr>
      <vt:lpstr>Wingdings</vt:lpstr>
      <vt:lpstr>Office Theme</vt:lpstr>
      <vt:lpstr>Expression detection system Enhanced with Age, Gender Recognition and Database Integration</vt:lpstr>
      <vt:lpstr>PowerPoint Presentation</vt:lpstr>
      <vt:lpstr>PowerPoint Presentation</vt:lpstr>
      <vt:lpstr>FLOWCHART</vt:lpstr>
      <vt:lpstr>METHODOLOGIES</vt:lpstr>
      <vt:lpstr>CNN models</vt:lpstr>
      <vt:lpstr>LIBRARIES USED</vt:lpstr>
      <vt:lpstr>EMOTION MODEL</vt:lpstr>
      <vt:lpstr>METRICS</vt:lpstr>
      <vt:lpstr>AGE-GENDER MODEL</vt:lpstr>
      <vt:lpstr>METRICS</vt:lpstr>
      <vt:lpstr>WEBCAM IMPLEMENTATION</vt:lpstr>
      <vt:lpstr>DRIVER CODE</vt:lpstr>
      <vt:lpstr>DRIVER CODE</vt:lpstr>
      <vt:lpstr>DRIVER CODE</vt:lpstr>
      <vt:lpstr>DATABASE INTEGRATION </vt:lpstr>
      <vt:lpstr>DATABASE INTEGRATION </vt:lpstr>
      <vt:lpstr>PowerPoint Presentation</vt:lpstr>
      <vt:lpstr>ADVANCEMENTS</vt:lpstr>
      <vt:lpstr>PowerPoint Presentation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PHOTOGRAPHY PORTFOLIO</dc:title>
  <dc:creator>Jayanth Raj</dc:creator>
  <cp:lastModifiedBy>Jayanth Raj</cp:lastModifiedBy>
  <cp:revision>3</cp:revision>
  <dcterms:created xsi:type="dcterms:W3CDTF">2023-10-26T04:57:50Z</dcterms:created>
  <dcterms:modified xsi:type="dcterms:W3CDTF">2024-04-03T10:05:27Z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